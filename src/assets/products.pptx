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90" r:id="rId2"/>
    <p:sldId id="635" r:id="rId3"/>
  </p:sldIdLst>
  <p:sldSz cx="9144000" cy="6858000" type="screen4x3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" initials="g" lastIdx="2" clrIdx="0">
    <p:extLst>
      <p:ext uri="{19B8F6BF-5375-455C-9EA6-DF929625EA0E}">
        <p15:presenceInfo xmlns:p15="http://schemas.microsoft.com/office/powerpoint/2012/main" userId="g" providerId="None"/>
      </p:ext>
    </p:extLst>
  </p:cmAuthor>
  <p:cmAuthor id="2" name="cu" initials="c" lastIdx="1" clrIdx="1">
    <p:extLst>
      <p:ext uri="{19B8F6BF-5375-455C-9EA6-DF929625EA0E}">
        <p15:presenceInfo xmlns:p15="http://schemas.microsoft.com/office/powerpoint/2012/main" userId="c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66"/>
    <a:srgbClr val="FFFFCC"/>
    <a:srgbClr val="99FF99"/>
    <a:srgbClr val="FEF2E8"/>
    <a:srgbClr val="E2E2E2"/>
    <a:srgbClr val="F5F5F5"/>
    <a:srgbClr val="FA6D62"/>
    <a:srgbClr val="009242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6313" autoAdjust="0"/>
  </p:normalViewPr>
  <p:slideViewPr>
    <p:cSldViewPr>
      <p:cViewPr varScale="1">
        <p:scale>
          <a:sx n="132" d="100"/>
          <a:sy n="132" d="100"/>
        </p:scale>
        <p:origin x="253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96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5240" cy="499904"/>
          </a:xfrm>
          <a:prstGeom prst="rect">
            <a:avLst/>
          </a:prstGeom>
        </p:spPr>
        <p:txBody>
          <a:bodyPr vert="horz" lIns="96326" tIns="48163" rIns="96326" bIns="48163" rtlCol="0"/>
          <a:lstStyle>
            <a:lvl1pPr algn="l">
              <a:defRPr sz="14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2"/>
            <a:ext cx="2975240" cy="499904"/>
          </a:xfrm>
          <a:prstGeom prst="rect">
            <a:avLst/>
          </a:prstGeom>
        </p:spPr>
        <p:txBody>
          <a:bodyPr vert="horz" lIns="96326" tIns="48163" rIns="96326" bIns="48163" rtlCol="0"/>
          <a:lstStyle>
            <a:lvl1pPr algn="r">
              <a:defRPr sz="1400"/>
            </a:lvl1pPr>
          </a:lstStyle>
          <a:p>
            <a:fld id="{04519E83-5D32-45BB-A7FA-532A50A6AD8F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9300"/>
            <a:ext cx="4999038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26" tIns="48163" rIns="96326" bIns="4816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749088"/>
            <a:ext cx="5492750" cy="4499135"/>
          </a:xfrm>
          <a:prstGeom prst="rect">
            <a:avLst/>
          </a:prstGeom>
        </p:spPr>
        <p:txBody>
          <a:bodyPr vert="horz" lIns="96326" tIns="48163" rIns="96326" bIns="4816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9"/>
            <a:ext cx="2975240" cy="499904"/>
          </a:xfrm>
          <a:prstGeom prst="rect">
            <a:avLst/>
          </a:prstGeom>
        </p:spPr>
        <p:txBody>
          <a:bodyPr vert="horz" lIns="96326" tIns="48163" rIns="96326" bIns="48163" rtlCol="0" anchor="b"/>
          <a:lstStyle>
            <a:lvl1pPr algn="l">
              <a:defRPr sz="14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9"/>
            <a:ext cx="2975240" cy="499904"/>
          </a:xfrm>
          <a:prstGeom prst="rect">
            <a:avLst/>
          </a:prstGeom>
        </p:spPr>
        <p:txBody>
          <a:bodyPr vert="horz" lIns="96326" tIns="48163" rIns="96326" bIns="48163" rtlCol="0" anchor="b"/>
          <a:lstStyle>
            <a:lvl1pPr algn="r">
              <a:defRPr sz="1400"/>
            </a:lvl1pPr>
          </a:lstStyle>
          <a:p>
            <a:fld id="{E318CD08-5D46-4CF8-AE2C-303E030571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11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AC8B-5167-7E6E-ADC6-6241A11C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151658-92DF-4425-486B-BBC479462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21B2D7-5049-1498-9E57-CB9D47301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7B45D-58B3-2E12-50B9-57AA121A6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6D4B4-00D4-4CC4-8D36-A2611B9418F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983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8B4E6-371C-4104-7950-6117D182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CC97B5-13B3-85F4-B449-E9B8ACAB5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9BBFFA-229B-F419-A52C-0C79CBBD3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FDF3-9C1D-1AD5-1948-E55D44361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6D4B4-00D4-4CC4-8D36-A2611B9418F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41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4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3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4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7DE52-284A-4B6F-AEE1-C83FF764B173}" type="datetimeFigureOut">
              <a:rPr lang="ko-KR" altLang="en-US" smtClean="0"/>
              <a:pPr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11B65-2DE5-4BBA-8E58-9668B3F593C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jpe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2EE9-6A26-F8D0-D7EA-CC0E2BFB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D7380-7A25-1290-AA11-6EBAC87115A7}"/>
              </a:ext>
            </a:extLst>
          </p:cNvPr>
          <p:cNvSpPr txBox="1"/>
          <p:nvPr/>
        </p:nvSpPr>
        <p:spPr>
          <a:xfrm>
            <a:off x="575078" y="32607"/>
            <a:ext cx="7832029" cy="338554"/>
          </a:xfrm>
          <a:prstGeom prst="rect">
            <a:avLst/>
          </a:prstGeom>
          <a:solidFill>
            <a:srgbClr val="004821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     </a:t>
            </a:r>
            <a:r>
              <a:rPr lang="ko-KR" altLang="en-US" sz="1600" b="1" dirty="0" err="1">
                <a:solidFill>
                  <a:schemeClr val="bg1"/>
                </a:solidFill>
              </a:rPr>
              <a:t>꾸오레</a:t>
            </a:r>
            <a:r>
              <a:rPr lang="ko-KR" altLang="en-US" sz="1600" b="1" dirty="0">
                <a:solidFill>
                  <a:schemeClr val="bg1"/>
                </a:solidFill>
              </a:rPr>
              <a:t> 화장품㈜     두피</a:t>
            </a:r>
            <a:r>
              <a:rPr lang="en-US" altLang="ko-KR" sz="1600" b="1" dirty="0">
                <a:solidFill>
                  <a:schemeClr val="bg1"/>
                </a:solidFill>
              </a:rPr>
              <a:t>. </a:t>
            </a:r>
            <a:r>
              <a:rPr lang="ko-KR" altLang="en-US" sz="1600" b="1" dirty="0" err="1">
                <a:solidFill>
                  <a:schemeClr val="bg1"/>
                </a:solidFill>
              </a:rPr>
              <a:t>헤어제품</a:t>
            </a:r>
            <a:r>
              <a:rPr lang="ko-KR" altLang="en-US" sz="1600" b="1" dirty="0">
                <a:solidFill>
                  <a:schemeClr val="bg1"/>
                </a:solidFill>
              </a:rPr>
              <a:t>  </a:t>
            </a:r>
            <a:r>
              <a:rPr lang="en-US" altLang="ko-KR" sz="1600" b="1" dirty="0">
                <a:solidFill>
                  <a:schemeClr val="bg1"/>
                </a:solidFill>
              </a:rPr>
              <a:t>/    </a:t>
            </a:r>
            <a:r>
              <a:rPr lang="ko-KR" altLang="en-US" sz="1600" b="1" dirty="0">
                <a:solidFill>
                  <a:schemeClr val="bg1"/>
                </a:solidFill>
              </a:rPr>
              <a:t>제조 </a:t>
            </a:r>
            <a:r>
              <a:rPr lang="en-US" altLang="ko-KR" sz="1600" b="1" dirty="0">
                <a:solidFill>
                  <a:schemeClr val="bg1"/>
                </a:solidFill>
              </a:rPr>
              <a:t>: </a:t>
            </a:r>
            <a:r>
              <a:rPr lang="ko-KR" altLang="en-US" sz="1600" b="1" dirty="0" err="1">
                <a:solidFill>
                  <a:schemeClr val="bg1"/>
                </a:solidFill>
              </a:rPr>
              <a:t>기노시다제약</a:t>
            </a:r>
            <a:r>
              <a:rPr lang="ko-KR" altLang="en-US" sz="1600" b="1" dirty="0">
                <a:solidFill>
                  <a:schemeClr val="bg1"/>
                </a:solidFill>
              </a:rPr>
              <a:t>㈜      </a:t>
            </a:r>
            <a:r>
              <a:rPr lang="en-US" altLang="ko-KR" sz="900" b="1" dirty="0">
                <a:solidFill>
                  <a:schemeClr val="bg1"/>
                </a:solidFill>
              </a:rPr>
              <a:t>SINCE 1965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36800-D5DE-8944-417D-F62228CF8DDC}"/>
              </a:ext>
            </a:extLst>
          </p:cNvPr>
          <p:cNvSpPr txBox="1"/>
          <p:nvPr/>
        </p:nvSpPr>
        <p:spPr>
          <a:xfrm>
            <a:off x="115030" y="4982167"/>
            <a:ext cx="6521332" cy="2616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b="1" dirty="0" err="1"/>
              <a:t>람포스</a:t>
            </a:r>
            <a:r>
              <a:rPr lang="ko-KR" altLang="en-US" sz="1100" b="1" dirty="0"/>
              <a:t> 나이트 </a:t>
            </a:r>
            <a:r>
              <a:rPr lang="ko-KR" altLang="en-US" sz="1100" b="1" dirty="0" err="1"/>
              <a:t>트리트먼트</a:t>
            </a:r>
            <a:r>
              <a:rPr lang="en-US" altLang="ko-KR" sz="1100" b="1" dirty="0"/>
              <a:t>   </a:t>
            </a:r>
            <a:r>
              <a:rPr lang="ko-KR" altLang="en-US" sz="1100" b="1" dirty="0"/>
              <a:t>아쿠아 </a:t>
            </a:r>
            <a:r>
              <a:rPr lang="ko-KR" altLang="en-US" sz="1100" b="1" dirty="0" err="1"/>
              <a:t>실드</a:t>
            </a:r>
            <a:r>
              <a:rPr lang="en-US" altLang="ko-KR" sz="1100" b="1" dirty="0"/>
              <a:t>   </a:t>
            </a:r>
            <a:r>
              <a:rPr lang="ko-KR" altLang="en-US" sz="1100" b="1" dirty="0" err="1"/>
              <a:t>헤어오일</a:t>
            </a:r>
            <a:r>
              <a:rPr lang="en-US" altLang="ko-KR" sz="1100" b="1" dirty="0"/>
              <a:t>UV        </a:t>
            </a:r>
            <a:r>
              <a:rPr lang="ko-KR" altLang="en-US" sz="1100" b="1" dirty="0" err="1"/>
              <a:t>헤어밀크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  </a:t>
            </a:r>
            <a:r>
              <a:rPr lang="ko-KR" altLang="en-US" sz="1100" b="1" dirty="0"/>
              <a:t>    </a:t>
            </a:r>
            <a:r>
              <a:rPr lang="ko-KR" altLang="en-US" sz="1100" b="1" dirty="0" err="1"/>
              <a:t>스타일키프</a:t>
            </a:r>
            <a:r>
              <a:rPr lang="ko-KR" altLang="en-US" sz="1100" b="1" dirty="0"/>
              <a:t>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631B9-9646-7209-D100-E6C1C6693365}"/>
              </a:ext>
            </a:extLst>
          </p:cNvPr>
          <p:cNvSpPr txBox="1"/>
          <p:nvPr/>
        </p:nvSpPr>
        <p:spPr>
          <a:xfrm>
            <a:off x="17542" y="2174672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(\30,000)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D9163-DD7F-FC19-E7C8-6139876ADC92}"/>
              </a:ext>
            </a:extLst>
          </p:cNvPr>
          <p:cNvSpPr txBox="1"/>
          <p:nvPr/>
        </p:nvSpPr>
        <p:spPr>
          <a:xfrm>
            <a:off x="940679" y="2171911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(\32,000)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1D77D-6967-F4C0-7453-8C0D23F584E0}"/>
              </a:ext>
            </a:extLst>
          </p:cNvPr>
          <p:cNvSpPr txBox="1"/>
          <p:nvPr/>
        </p:nvSpPr>
        <p:spPr>
          <a:xfrm>
            <a:off x="2079592" y="2169997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(\32,000)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4CFA89-91C6-605A-8703-7EAEBE47D2AD}"/>
              </a:ext>
            </a:extLst>
          </p:cNvPr>
          <p:cNvSpPr txBox="1"/>
          <p:nvPr/>
        </p:nvSpPr>
        <p:spPr>
          <a:xfrm>
            <a:off x="3659998" y="2172886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(\32,000)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49C03-A2DD-9796-8CEA-1AFA5776CB9A}"/>
              </a:ext>
            </a:extLst>
          </p:cNvPr>
          <p:cNvSpPr txBox="1"/>
          <p:nvPr/>
        </p:nvSpPr>
        <p:spPr>
          <a:xfrm>
            <a:off x="3543" y="1863819"/>
            <a:ext cx="8435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 </a:t>
            </a:r>
            <a:r>
              <a:rPr lang="en-US" altLang="ko-KR" sz="900" dirty="0"/>
              <a:t>150ml                 200g                     </a:t>
            </a:r>
            <a:r>
              <a:rPr lang="en-US" altLang="ko-KR" sz="900" dirty="0">
                <a:solidFill>
                  <a:schemeClr val="accent1">
                    <a:lumMod val="75000"/>
                  </a:schemeClr>
                </a:solidFill>
              </a:rPr>
              <a:t>250ml</a:t>
            </a:r>
            <a:r>
              <a:rPr lang="ko-KR" altLang="en-US" sz="9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altLang="ko-KR" sz="900" dirty="0"/>
              <a:t> 600ml  </a:t>
            </a:r>
            <a:r>
              <a:rPr lang="ko-KR" altLang="en-US" sz="900" dirty="0"/>
              <a:t>                   </a:t>
            </a:r>
            <a:r>
              <a:rPr lang="en-US" altLang="ko-KR" sz="900" dirty="0"/>
              <a:t>150g                      200ml                 </a:t>
            </a:r>
            <a:r>
              <a:rPr lang="en-US" altLang="ko-KR" sz="900" dirty="0" err="1"/>
              <a:t>200ml</a:t>
            </a:r>
            <a:r>
              <a:rPr lang="en-US" altLang="ko-KR" sz="900" dirty="0"/>
              <a:t>                    160g                 170g</a:t>
            </a:r>
            <a:endParaRPr lang="ko-KR" altLang="en-US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2AF4A5-D618-C0CE-F238-15AED90A0C59}"/>
              </a:ext>
            </a:extLst>
          </p:cNvPr>
          <p:cNvSpPr txBox="1"/>
          <p:nvPr/>
        </p:nvSpPr>
        <p:spPr>
          <a:xfrm rot="1381976">
            <a:off x="3344486" y="5439575"/>
            <a:ext cx="1126950" cy="2308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SPF28       PA++ 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320C9-9CC3-4163-0362-5C146396DE70}"/>
              </a:ext>
            </a:extLst>
          </p:cNvPr>
          <p:cNvSpPr txBox="1"/>
          <p:nvPr/>
        </p:nvSpPr>
        <p:spPr>
          <a:xfrm>
            <a:off x="308328" y="6504709"/>
            <a:ext cx="679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(\35,000)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(\25,000)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(\39,000)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(\39,000)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(\18,000)                   </a:t>
            </a:r>
            <a:endParaRPr lang="ko-KR" alt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3ED27-502D-A4BD-AD88-EDF26B6578A8}"/>
              </a:ext>
            </a:extLst>
          </p:cNvPr>
          <p:cNvSpPr txBox="1"/>
          <p:nvPr/>
        </p:nvSpPr>
        <p:spPr>
          <a:xfrm>
            <a:off x="56102" y="6306197"/>
            <a:ext cx="6439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    </a:t>
            </a:r>
            <a:r>
              <a:rPr lang="en-US" altLang="ko-KR" sz="825" dirty="0"/>
              <a:t>300g                                     200g        </a:t>
            </a:r>
            <a:r>
              <a:rPr lang="ko-KR" altLang="en-US" sz="825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en-US" altLang="ko-KR" sz="825" dirty="0"/>
              <a:t>                   100ml</a:t>
            </a:r>
            <a:r>
              <a:rPr lang="ko-KR" altLang="en-US" sz="825" dirty="0"/>
              <a:t>                        </a:t>
            </a:r>
            <a:r>
              <a:rPr lang="en-US" altLang="ko-KR" sz="825" dirty="0"/>
              <a:t>100ml                  220g</a:t>
            </a:r>
            <a:endParaRPr lang="ko-KR" altLang="en-US" sz="825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AA4B0D-0D92-95F8-95E2-4F4A536DB775}"/>
              </a:ext>
            </a:extLst>
          </p:cNvPr>
          <p:cNvSpPr txBox="1"/>
          <p:nvPr/>
        </p:nvSpPr>
        <p:spPr>
          <a:xfrm>
            <a:off x="105853" y="653355"/>
            <a:ext cx="8908634" cy="261610"/>
          </a:xfrm>
          <a:prstGeom prst="rect">
            <a:avLst/>
          </a:prstGeom>
          <a:solidFill>
            <a:srgbClr val="007033"/>
          </a:solidFill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chemeClr val="bg1"/>
                </a:solidFill>
              </a:rPr>
              <a:t>클렌징오일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ADD216D-8A27-0BE2-C9AE-1C5FE8BAB3BD}"/>
              </a:ext>
            </a:extLst>
          </p:cNvPr>
          <p:cNvSpPr/>
          <p:nvPr/>
        </p:nvSpPr>
        <p:spPr>
          <a:xfrm>
            <a:off x="58545" y="605836"/>
            <a:ext cx="8979602" cy="20104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833C11BD-38F1-3E4A-5FF5-A0E84F7B6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96846" y="1109213"/>
            <a:ext cx="215629" cy="77443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B920964-1A4B-E046-5E74-00D8133AF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846" y="1102633"/>
            <a:ext cx="229067" cy="77443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CBED4EF-F03E-6902-3223-1E4647CF15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514" y="1000271"/>
            <a:ext cx="336991" cy="873462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EBF29198-9BD5-774D-7DC0-A90492AA52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684" y="1085999"/>
            <a:ext cx="261307" cy="794542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045FA1-E245-154B-5E9F-5D5205BD6B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509" y="1019728"/>
            <a:ext cx="231430" cy="844049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5CE8E6D5-0952-1A8E-604E-8061C9CA31F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001" y="1106308"/>
            <a:ext cx="232551" cy="788493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955E40A-B6C2-F606-C3DF-AC66B563F6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729" y="1151741"/>
            <a:ext cx="180259" cy="75630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B1C0FE8-C251-1066-7330-A46175A18F3E}"/>
              </a:ext>
            </a:extLst>
          </p:cNvPr>
          <p:cNvSpPr txBox="1"/>
          <p:nvPr/>
        </p:nvSpPr>
        <p:spPr>
          <a:xfrm>
            <a:off x="931198" y="662464"/>
            <a:ext cx="1334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폼</a:t>
            </a: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 err="1">
                <a:solidFill>
                  <a:schemeClr val="bg1"/>
                </a:solidFill>
              </a:rPr>
              <a:t>딥클렌징</a:t>
            </a:r>
            <a:r>
              <a:rPr lang="en-US" altLang="ko-KR" sz="1100" b="1" dirty="0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466D1D-3B8E-355F-D306-7602609E3841}"/>
              </a:ext>
            </a:extLst>
          </p:cNvPr>
          <p:cNvSpPr txBox="1"/>
          <p:nvPr/>
        </p:nvSpPr>
        <p:spPr>
          <a:xfrm>
            <a:off x="2178287" y="654819"/>
            <a:ext cx="1334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 </a:t>
            </a:r>
            <a:r>
              <a:rPr lang="ko-KR" altLang="en-US" sz="1100" b="1" dirty="0" err="1">
                <a:solidFill>
                  <a:schemeClr val="bg1"/>
                </a:solidFill>
              </a:rPr>
              <a:t>스켈프샴푸</a:t>
            </a:r>
            <a:r>
              <a:rPr lang="ko-KR" altLang="en-US" sz="1100" b="1" dirty="0">
                <a:solidFill>
                  <a:schemeClr val="bg1"/>
                </a:solidFill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</a:rPr>
              <a:t>SK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32E791-5CC3-1DC6-500F-A541CE475463}"/>
              </a:ext>
            </a:extLst>
          </p:cNvPr>
          <p:cNvSpPr txBox="1"/>
          <p:nvPr/>
        </p:nvSpPr>
        <p:spPr>
          <a:xfrm>
            <a:off x="3696758" y="642732"/>
            <a:ext cx="884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chemeClr val="bg1"/>
                </a:solidFill>
              </a:rPr>
              <a:t>맛사지젤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FCFB2C-5AC8-0A28-4F8C-AAAEEE45ED3A}"/>
              </a:ext>
            </a:extLst>
          </p:cNvPr>
          <p:cNvSpPr txBox="1"/>
          <p:nvPr/>
        </p:nvSpPr>
        <p:spPr>
          <a:xfrm>
            <a:off x="4738638" y="634631"/>
            <a:ext cx="1017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chemeClr val="bg1"/>
                </a:solidFill>
              </a:rPr>
              <a:t>발란스알파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79406F-F352-AA20-9677-C57E544EDFDC}"/>
              </a:ext>
            </a:extLst>
          </p:cNvPr>
          <p:cNvSpPr txBox="1"/>
          <p:nvPr/>
        </p:nvSpPr>
        <p:spPr>
          <a:xfrm>
            <a:off x="5767002" y="669625"/>
            <a:ext cx="884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  </a:t>
            </a:r>
            <a:r>
              <a:rPr lang="en-US" altLang="ko-KR" sz="1100" b="1" dirty="0">
                <a:solidFill>
                  <a:schemeClr val="bg1"/>
                </a:solidFill>
              </a:rPr>
              <a:t> CTPC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968C98-0BB5-B5AB-E8EE-07440F0BBA2E}"/>
              </a:ext>
            </a:extLst>
          </p:cNvPr>
          <p:cNvSpPr txBox="1"/>
          <p:nvPr/>
        </p:nvSpPr>
        <p:spPr>
          <a:xfrm>
            <a:off x="6678239" y="647992"/>
            <a:ext cx="1159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  </a:t>
            </a:r>
            <a:r>
              <a:rPr lang="ko-KR" altLang="en-US" sz="1100" b="1" dirty="0" err="1">
                <a:solidFill>
                  <a:schemeClr val="bg1"/>
                </a:solidFill>
              </a:rPr>
              <a:t>스켈프로션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95310C-6A26-7A1B-E27A-4F901F76C253}"/>
              </a:ext>
            </a:extLst>
          </p:cNvPr>
          <p:cNvSpPr txBox="1"/>
          <p:nvPr/>
        </p:nvSpPr>
        <p:spPr>
          <a:xfrm>
            <a:off x="7763598" y="666119"/>
            <a:ext cx="12208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탄산샴푸</a:t>
            </a:r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ko-KR" altLang="en-US" sz="1100" b="1" dirty="0"/>
              <a:t>    </a:t>
            </a:r>
            <a:endParaRPr lang="en-US" altLang="ko-KR" sz="11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3EF80C-875C-AB05-5CD8-CF54A2AA1CCF}"/>
              </a:ext>
            </a:extLst>
          </p:cNvPr>
          <p:cNvSpPr txBox="1"/>
          <p:nvPr/>
        </p:nvSpPr>
        <p:spPr>
          <a:xfrm>
            <a:off x="351175" y="415006"/>
            <a:ext cx="1859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(</a:t>
            </a:r>
            <a:r>
              <a:rPr lang="ko-KR" altLang="en-US" sz="1100" b="1" dirty="0"/>
              <a:t>헤드 스파 </a:t>
            </a:r>
            <a:r>
              <a:rPr lang="ko-KR" altLang="en-US" sz="1100" b="1" dirty="0" err="1"/>
              <a:t>스켈프</a:t>
            </a:r>
            <a:r>
              <a:rPr lang="ko-KR" altLang="en-US" sz="1100" b="1" dirty="0"/>
              <a:t> 라인 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98356C-1852-3B4E-85C4-80CB4D35DC2D}"/>
              </a:ext>
            </a:extLst>
          </p:cNvPr>
          <p:cNvSpPr txBox="1"/>
          <p:nvPr/>
        </p:nvSpPr>
        <p:spPr>
          <a:xfrm>
            <a:off x="395321" y="1000271"/>
            <a:ext cx="200155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유성세정            강 유성세정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en-US" altLang="ko-KR" sz="1000" dirty="0"/>
              <a:t>                             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2E8277-5B6F-E1CA-B53C-9594A804C322}"/>
              </a:ext>
            </a:extLst>
          </p:cNvPr>
          <p:cNvSpPr txBox="1"/>
          <p:nvPr/>
        </p:nvSpPr>
        <p:spPr>
          <a:xfrm>
            <a:off x="2903921" y="1045414"/>
            <a:ext cx="756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탈모샴</a:t>
            </a:r>
            <a:r>
              <a:rPr lang="ko-KR" altLang="en-US" sz="1000" dirty="0">
                <a:solidFill>
                  <a:srgbClr val="FF0000"/>
                </a:solidFill>
              </a:rPr>
              <a:t>푸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50006F-E727-DE71-0D7B-B6510AA25881}"/>
              </a:ext>
            </a:extLst>
          </p:cNvPr>
          <p:cNvSpPr txBox="1"/>
          <p:nvPr/>
        </p:nvSpPr>
        <p:spPr>
          <a:xfrm>
            <a:off x="4096723" y="1043109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독소배출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탄력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CBD907-7FBD-D1D5-A10D-DB065858E1DD}"/>
              </a:ext>
            </a:extLst>
          </p:cNvPr>
          <p:cNvSpPr txBox="1"/>
          <p:nvPr/>
        </p:nvSpPr>
        <p:spPr>
          <a:xfrm>
            <a:off x="5207092" y="1019032"/>
            <a:ext cx="756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육모활성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98FAC4B-D5D7-4BF8-EE3D-2AAB587A769A}"/>
              </a:ext>
            </a:extLst>
          </p:cNvPr>
          <p:cNvSpPr txBox="1"/>
          <p:nvPr/>
        </p:nvSpPr>
        <p:spPr>
          <a:xfrm>
            <a:off x="6256665" y="995227"/>
            <a:ext cx="75607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육모</a:t>
            </a:r>
            <a:endParaRPr lang="en-US" altLang="ko-KR" sz="10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발모촉진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943782-C87D-8233-22B3-90E091502A38}"/>
              </a:ext>
            </a:extLst>
          </p:cNvPr>
          <p:cNvSpPr txBox="1"/>
          <p:nvPr/>
        </p:nvSpPr>
        <p:spPr>
          <a:xfrm>
            <a:off x="7231580" y="1011411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혈관확장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촉진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45BC85-BFD4-C375-62AA-0EBEBBFC9AB3}"/>
              </a:ext>
            </a:extLst>
          </p:cNvPr>
          <p:cNvSpPr txBox="1"/>
          <p:nvPr/>
        </p:nvSpPr>
        <p:spPr>
          <a:xfrm>
            <a:off x="8223428" y="976744"/>
            <a:ext cx="100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FF0000"/>
                </a:solidFill>
              </a:rPr>
              <a:t>고농도탄산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 err="1">
                <a:solidFill>
                  <a:srgbClr val="FF0000"/>
                </a:solidFill>
              </a:rPr>
              <a:t>세정탁월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ADAF237-8ECD-7DB2-5223-C16D97D5D42F}"/>
              </a:ext>
            </a:extLst>
          </p:cNvPr>
          <p:cNvSpPr txBox="1"/>
          <p:nvPr/>
        </p:nvSpPr>
        <p:spPr>
          <a:xfrm>
            <a:off x="4818010" y="2185512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(\68,000)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BA94EB-AAEA-4C82-34AE-DACE095B3D9E}"/>
              </a:ext>
            </a:extLst>
          </p:cNvPr>
          <p:cNvSpPr txBox="1"/>
          <p:nvPr/>
        </p:nvSpPr>
        <p:spPr>
          <a:xfrm>
            <a:off x="5772044" y="2150007"/>
            <a:ext cx="1601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(\110,000)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A16175-A864-07A6-10AA-DDBC787838AF}"/>
              </a:ext>
            </a:extLst>
          </p:cNvPr>
          <p:cNvSpPr txBox="1"/>
          <p:nvPr/>
        </p:nvSpPr>
        <p:spPr>
          <a:xfrm>
            <a:off x="6851494" y="2161619"/>
            <a:ext cx="1601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(\30,000)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11D8DD-CCF1-A7A6-4C0C-C40200216673}"/>
              </a:ext>
            </a:extLst>
          </p:cNvPr>
          <p:cNvSpPr txBox="1"/>
          <p:nvPr/>
        </p:nvSpPr>
        <p:spPr>
          <a:xfrm>
            <a:off x="7870114" y="2150007"/>
            <a:ext cx="1601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(\35,000)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BED9A15-42C5-5905-6C95-3BB1D977B71A}"/>
              </a:ext>
            </a:extLst>
          </p:cNvPr>
          <p:cNvSpPr/>
          <p:nvPr/>
        </p:nvSpPr>
        <p:spPr>
          <a:xfrm>
            <a:off x="58544" y="670187"/>
            <a:ext cx="9050257" cy="1815868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E3C71-C87D-4270-7924-2DD8642BAD67}"/>
              </a:ext>
            </a:extLst>
          </p:cNvPr>
          <p:cNvSpPr txBox="1"/>
          <p:nvPr/>
        </p:nvSpPr>
        <p:spPr>
          <a:xfrm>
            <a:off x="2672382" y="2158763"/>
            <a:ext cx="1121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(\60,000)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4CE62-A820-B49B-E63E-3D9D653BEFE6}"/>
              </a:ext>
            </a:extLst>
          </p:cNvPr>
          <p:cNvSpPr txBox="1"/>
          <p:nvPr/>
        </p:nvSpPr>
        <p:spPr>
          <a:xfrm>
            <a:off x="405594" y="2604003"/>
            <a:ext cx="2366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(</a:t>
            </a:r>
            <a:r>
              <a:rPr lang="ko-KR" altLang="en-US" sz="1100" b="1" dirty="0" err="1"/>
              <a:t>미치테</a:t>
            </a:r>
            <a:r>
              <a:rPr lang="ko-KR" altLang="en-US" sz="1100" b="1" dirty="0"/>
              <a:t> 라인</a:t>
            </a:r>
            <a:r>
              <a:rPr lang="en-US" altLang="ko-KR" sz="1100" b="1" dirty="0"/>
              <a:t>/  </a:t>
            </a:r>
            <a:r>
              <a:rPr lang="ko-KR" altLang="en-US" sz="1100" b="1" dirty="0"/>
              <a:t>샴푸</a:t>
            </a:r>
            <a:r>
              <a:rPr lang="en-US" altLang="ko-KR" sz="1100" b="1" dirty="0"/>
              <a:t>. </a:t>
            </a:r>
            <a:r>
              <a:rPr lang="ko-KR" altLang="en-US" sz="1100" b="1" dirty="0" err="1"/>
              <a:t>트리트먼트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0420DFA-DE0D-6CA7-9292-217C06B3FAFB}"/>
              </a:ext>
            </a:extLst>
          </p:cNvPr>
          <p:cNvSpPr txBox="1"/>
          <p:nvPr/>
        </p:nvSpPr>
        <p:spPr>
          <a:xfrm>
            <a:off x="368746" y="4305683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(\38,000/\48,000)</a:t>
            </a:r>
            <a:endParaRPr lang="ko-KR" alt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BB76F7C-5AEC-4AD6-88B4-46D1C9E3452D}"/>
              </a:ext>
            </a:extLst>
          </p:cNvPr>
          <p:cNvSpPr txBox="1"/>
          <p:nvPr/>
        </p:nvSpPr>
        <p:spPr>
          <a:xfrm>
            <a:off x="421090" y="4054773"/>
            <a:ext cx="8269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 </a:t>
            </a:r>
            <a:r>
              <a:rPr lang="en-US" altLang="ko-KR" sz="900" dirty="0"/>
              <a:t>500ml       500g                            </a:t>
            </a:r>
            <a:r>
              <a:rPr lang="en-US" altLang="ko-KR" sz="900" dirty="0">
                <a:solidFill>
                  <a:schemeClr val="accent1">
                    <a:lumMod val="75000"/>
                  </a:schemeClr>
                </a:solidFill>
              </a:rPr>
              <a:t>500ml</a:t>
            </a:r>
            <a:r>
              <a:rPr lang="ko-KR" altLang="en-US" sz="9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75000"/>
                  </a:schemeClr>
                </a:solidFill>
              </a:rPr>
              <a:t>/   </a:t>
            </a:r>
            <a:r>
              <a:rPr lang="en-US" altLang="ko-KR" sz="900" dirty="0"/>
              <a:t> 500G </a:t>
            </a:r>
            <a:r>
              <a:rPr lang="ko-KR" altLang="en-US" sz="900" dirty="0"/>
              <a:t>                                </a:t>
            </a:r>
            <a:r>
              <a:rPr lang="en-US" altLang="ko-KR" sz="900" dirty="0"/>
              <a:t> 600ml    600g                         180g / 500g                          500ml               </a:t>
            </a:r>
            <a:endParaRPr lang="ko-KR" altLang="en-US" sz="9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0EB8B8D-F2B0-FAF4-EF88-229506DFB074}"/>
              </a:ext>
            </a:extLst>
          </p:cNvPr>
          <p:cNvSpPr txBox="1"/>
          <p:nvPr/>
        </p:nvSpPr>
        <p:spPr>
          <a:xfrm>
            <a:off x="260036" y="2887581"/>
            <a:ext cx="5800965" cy="261610"/>
          </a:xfrm>
          <a:prstGeom prst="rect">
            <a:avLst/>
          </a:prstGeom>
          <a:solidFill>
            <a:srgbClr val="00682F"/>
          </a:solidFill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</a:rPr>
              <a:t>샴푸</a:t>
            </a:r>
            <a:r>
              <a:rPr lang="en-US" altLang="ko-KR" sz="1100" b="1" dirty="0">
                <a:solidFill>
                  <a:schemeClr val="bg1"/>
                </a:solidFill>
              </a:rPr>
              <a:t>K /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311A7B7-A818-C76C-38B7-D522C232C0FD}"/>
              </a:ext>
            </a:extLst>
          </p:cNvPr>
          <p:cNvSpPr txBox="1"/>
          <p:nvPr/>
        </p:nvSpPr>
        <p:spPr>
          <a:xfrm>
            <a:off x="815934" y="2887581"/>
            <a:ext cx="1334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chemeClr val="bg1"/>
                </a:solidFill>
              </a:rPr>
              <a:t>트리트먼트</a:t>
            </a:r>
            <a:r>
              <a:rPr lang="en-US" altLang="ko-KR" sz="1100" b="1" dirty="0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DCF9EE6-5ABB-C447-6432-80A3DE988B7F}"/>
              </a:ext>
            </a:extLst>
          </p:cNvPr>
          <p:cNvSpPr txBox="1"/>
          <p:nvPr/>
        </p:nvSpPr>
        <p:spPr>
          <a:xfrm>
            <a:off x="2239058" y="2881002"/>
            <a:ext cx="884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샴푸 </a:t>
            </a:r>
            <a:r>
              <a:rPr lang="en-US" altLang="ko-KR" sz="1100" b="1" dirty="0">
                <a:solidFill>
                  <a:schemeClr val="bg1"/>
                </a:solidFill>
              </a:rPr>
              <a:t>A /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A2CE21F-6AF2-32FD-69C9-7436091E227D}"/>
              </a:ext>
            </a:extLst>
          </p:cNvPr>
          <p:cNvSpPr txBox="1"/>
          <p:nvPr/>
        </p:nvSpPr>
        <p:spPr>
          <a:xfrm>
            <a:off x="2859686" y="2868950"/>
            <a:ext cx="12199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chemeClr val="bg1"/>
                </a:solidFill>
              </a:rPr>
              <a:t>트리트먼트</a:t>
            </a:r>
            <a:r>
              <a:rPr lang="en-US" altLang="ko-KR" sz="11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9BD84DD-2E4E-5466-5670-D30E11F631D2}"/>
              </a:ext>
            </a:extLst>
          </p:cNvPr>
          <p:cNvSpPr txBox="1"/>
          <p:nvPr/>
        </p:nvSpPr>
        <p:spPr>
          <a:xfrm>
            <a:off x="4225918" y="2850358"/>
            <a:ext cx="789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</a:rPr>
              <a:t>샴푸</a:t>
            </a:r>
            <a:r>
              <a:rPr lang="en-US" altLang="ko-KR" sz="1100" b="1" dirty="0">
                <a:solidFill>
                  <a:schemeClr val="bg1"/>
                </a:solidFill>
              </a:rPr>
              <a:t>SK /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47F7EB4-537B-EAFC-23A8-76EC9B3FEA94}"/>
              </a:ext>
            </a:extLst>
          </p:cNvPr>
          <p:cNvSpPr txBox="1"/>
          <p:nvPr/>
        </p:nvSpPr>
        <p:spPr>
          <a:xfrm>
            <a:off x="4667747" y="2850227"/>
            <a:ext cx="1290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  </a:t>
            </a: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 err="1">
                <a:solidFill>
                  <a:schemeClr val="bg1"/>
                </a:solidFill>
              </a:rPr>
              <a:t>트리트먼트</a:t>
            </a:r>
            <a:r>
              <a:rPr lang="en-US" altLang="ko-KR" sz="1100" b="1" dirty="0">
                <a:solidFill>
                  <a:schemeClr val="bg1"/>
                </a:solidFill>
              </a:rPr>
              <a:t>SK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D874666-2614-7047-E80A-70F482E08675}"/>
              </a:ext>
            </a:extLst>
          </p:cNvPr>
          <p:cNvSpPr txBox="1"/>
          <p:nvPr/>
        </p:nvSpPr>
        <p:spPr>
          <a:xfrm>
            <a:off x="6148886" y="2888205"/>
            <a:ext cx="2735077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 </a:t>
            </a:r>
            <a:r>
              <a:rPr lang="ko-KR" altLang="en-US" sz="1100" b="1" dirty="0" err="1"/>
              <a:t>콘센트레이트</a:t>
            </a:r>
            <a:r>
              <a:rPr lang="ko-KR" altLang="en-US" sz="1100" b="1" dirty="0"/>
              <a:t>            </a:t>
            </a:r>
            <a:r>
              <a:rPr lang="ko-KR" altLang="en-US" sz="1100" b="1" dirty="0" err="1"/>
              <a:t>리페어세럼</a:t>
            </a:r>
            <a:r>
              <a:rPr lang="en-US" altLang="ko-KR" sz="1100" b="1" dirty="0"/>
              <a:t>K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8597745-7EE5-A15B-3343-BD3EE468A209}"/>
              </a:ext>
            </a:extLst>
          </p:cNvPr>
          <p:cNvSpPr txBox="1"/>
          <p:nvPr/>
        </p:nvSpPr>
        <p:spPr>
          <a:xfrm>
            <a:off x="7781111" y="2865150"/>
            <a:ext cx="884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 </a:t>
            </a:r>
            <a:endParaRPr lang="en-US" altLang="ko-KR" sz="1100" b="1" dirty="0"/>
          </a:p>
          <a:p>
            <a:r>
              <a:rPr lang="ko-KR" altLang="en-US" sz="1100" b="1" dirty="0"/>
              <a:t>    </a:t>
            </a:r>
            <a:endParaRPr lang="en-US" altLang="ko-KR" sz="1100" b="1" dirty="0"/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19C39272-1884-74BC-143D-A1905AB8A4B0}"/>
              </a:ext>
            </a:extLst>
          </p:cNvPr>
          <p:cNvSpPr/>
          <p:nvPr/>
        </p:nvSpPr>
        <p:spPr>
          <a:xfrm>
            <a:off x="115030" y="2885934"/>
            <a:ext cx="8899457" cy="1728185"/>
          </a:xfrm>
          <a:prstGeom prst="rect">
            <a:avLst/>
          </a:prstGeom>
          <a:noFill/>
          <a:ln w="1270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129492E9-131E-B054-A344-00DA9FEEFD0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19" y="3302553"/>
            <a:ext cx="414097" cy="762791"/>
          </a:xfrm>
          <a:prstGeom prst="rect">
            <a:avLst/>
          </a:prstGeom>
        </p:spPr>
      </p:pic>
      <p:pic>
        <p:nvPicPr>
          <p:cNvPr id="180" name="그림 179">
            <a:extLst>
              <a:ext uri="{FF2B5EF4-FFF2-40B4-BE49-F238E27FC236}">
                <a16:creationId xmlns:a16="http://schemas.microsoft.com/office/drawing/2014/main" id="{E5093A77-0BCB-82E6-3F7D-DB8DF851F64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821" y="3262686"/>
            <a:ext cx="414097" cy="772730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B2CFC088-F0C8-437C-2559-EB4B85C542F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731" y="3269018"/>
            <a:ext cx="451774" cy="774421"/>
          </a:xfrm>
          <a:prstGeom prst="rect">
            <a:avLst/>
          </a:prstGeom>
        </p:spPr>
      </p:pic>
      <p:pic>
        <p:nvPicPr>
          <p:cNvPr id="182" name="그림 181">
            <a:extLst>
              <a:ext uri="{FF2B5EF4-FFF2-40B4-BE49-F238E27FC236}">
                <a16:creationId xmlns:a16="http://schemas.microsoft.com/office/drawing/2014/main" id="{56E22465-AE41-BF65-7604-47459701F6D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191" y="3293861"/>
            <a:ext cx="415623" cy="756868"/>
          </a:xfrm>
          <a:prstGeom prst="rect">
            <a:avLst/>
          </a:prstGeom>
        </p:spPr>
      </p:pic>
      <p:pic>
        <p:nvPicPr>
          <p:cNvPr id="183" name="그림 182">
            <a:extLst>
              <a:ext uri="{FF2B5EF4-FFF2-40B4-BE49-F238E27FC236}">
                <a16:creationId xmlns:a16="http://schemas.microsoft.com/office/drawing/2014/main" id="{291358E8-034A-D8C1-BA65-F9427740F35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668" y="3275360"/>
            <a:ext cx="307193" cy="826277"/>
          </a:xfrm>
          <a:prstGeom prst="rect">
            <a:avLst/>
          </a:prstGeom>
        </p:spPr>
      </p:pic>
      <p:pic>
        <p:nvPicPr>
          <p:cNvPr id="184" name="그림 183">
            <a:extLst>
              <a:ext uri="{FF2B5EF4-FFF2-40B4-BE49-F238E27FC236}">
                <a16:creationId xmlns:a16="http://schemas.microsoft.com/office/drawing/2014/main" id="{588D9047-BCEC-3421-16E8-B66E0B377EB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017" y="3235409"/>
            <a:ext cx="320199" cy="867826"/>
          </a:xfrm>
          <a:prstGeom prst="rect">
            <a:avLst/>
          </a:prstGeom>
        </p:spPr>
      </p:pic>
      <p:pic>
        <p:nvPicPr>
          <p:cNvPr id="185" name="그림 184">
            <a:extLst>
              <a:ext uri="{FF2B5EF4-FFF2-40B4-BE49-F238E27FC236}">
                <a16:creationId xmlns:a16="http://schemas.microsoft.com/office/drawing/2014/main" id="{5C806A36-4D76-6DD6-3A56-C5C579BCBE9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7142" t="17830" r="31968" b="7107"/>
          <a:stretch>
            <a:fillRect/>
          </a:stretch>
        </p:blipFill>
        <p:spPr>
          <a:xfrm>
            <a:off x="6636362" y="3251877"/>
            <a:ext cx="376380" cy="877282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B7D656D3-C28F-3973-D15E-5F3C7635CF7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97" t="76137" r="18682" b="12499"/>
          <a:stretch>
            <a:fillRect/>
          </a:stretch>
        </p:blipFill>
        <p:spPr>
          <a:xfrm>
            <a:off x="8060866" y="3172340"/>
            <a:ext cx="630094" cy="900132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E27CC83B-BA6F-2F4F-AC9D-D219F1D21F6F}"/>
              </a:ext>
            </a:extLst>
          </p:cNvPr>
          <p:cNvSpPr txBox="1"/>
          <p:nvPr/>
        </p:nvSpPr>
        <p:spPr>
          <a:xfrm>
            <a:off x="2392036" y="4300869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(\38,000/\48,000</a:t>
            </a:r>
            <a:r>
              <a:rPr lang="en-US" altLang="ko-KR" sz="1000" b="1" dirty="0">
                <a:solidFill>
                  <a:srgbClr val="00B050"/>
                </a:solidFill>
              </a:rPr>
              <a:t>)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6BDDBFE-63C3-6DB2-3D91-B09538291402}"/>
              </a:ext>
            </a:extLst>
          </p:cNvPr>
          <p:cNvSpPr txBox="1"/>
          <p:nvPr/>
        </p:nvSpPr>
        <p:spPr>
          <a:xfrm>
            <a:off x="4386529" y="4280633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(\55,000/\68,000)</a:t>
            </a:r>
            <a:endParaRPr lang="ko-KR" alt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3CE049C-463D-FC4F-AD06-1F26E2CA9393}"/>
              </a:ext>
            </a:extLst>
          </p:cNvPr>
          <p:cNvSpPr txBox="1"/>
          <p:nvPr/>
        </p:nvSpPr>
        <p:spPr>
          <a:xfrm>
            <a:off x="6378698" y="4284267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(\40,000/\80,000)</a:t>
            </a:r>
            <a:endParaRPr lang="ko-KR" alt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EC78986-BA5D-648A-C604-F44849B91EBF}"/>
              </a:ext>
            </a:extLst>
          </p:cNvPr>
          <p:cNvSpPr txBox="1"/>
          <p:nvPr/>
        </p:nvSpPr>
        <p:spPr>
          <a:xfrm>
            <a:off x="7964428" y="4299610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(\65,000)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B786A55-BA30-3E0C-770E-A25E2020EC6B}"/>
              </a:ext>
            </a:extLst>
          </p:cNvPr>
          <p:cNvSpPr txBox="1"/>
          <p:nvPr/>
        </p:nvSpPr>
        <p:spPr>
          <a:xfrm>
            <a:off x="237860" y="3183357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촉촉한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en-US" altLang="ko-KR" sz="900" dirty="0">
                <a:solidFill>
                  <a:srgbClr val="FF0000"/>
                </a:solidFill>
              </a:rPr>
              <a:t>   </a:t>
            </a:r>
            <a:r>
              <a:rPr lang="ko-KR" altLang="en-US" sz="900" dirty="0">
                <a:solidFill>
                  <a:srgbClr val="FF0000"/>
                </a:solidFill>
              </a:rPr>
              <a:t>모발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76D08F4-0263-97D1-0039-E65C5F305121}"/>
              </a:ext>
            </a:extLst>
          </p:cNvPr>
          <p:cNvSpPr txBox="1"/>
          <p:nvPr/>
        </p:nvSpPr>
        <p:spPr>
          <a:xfrm>
            <a:off x="1758474" y="3256566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900" dirty="0">
                <a:solidFill>
                  <a:srgbClr val="FF0000"/>
                </a:solidFill>
              </a:rPr>
              <a:t>찰랑찰랑한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r"/>
            <a:r>
              <a:rPr lang="en-US" altLang="ko-KR" sz="900" dirty="0">
                <a:solidFill>
                  <a:srgbClr val="FF0000"/>
                </a:solidFill>
              </a:rPr>
              <a:t>   </a:t>
            </a:r>
            <a:r>
              <a:rPr lang="ko-KR" altLang="en-US" sz="900" dirty="0">
                <a:solidFill>
                  <a:srgbClr val="FF0000"/>
                </a:solidFill>
              </a:rPr>
              <a:t>모발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1AA5A23-1496-239B-A614-1E0481E12AA4}"/>
              </a:ext>
            </a:extLst>
          </p:cNvPr>
          <p:cNvSpPr txBox="1"/>
          <p:nvPr/>
        </p:nvSpPr>
        <p:spPr>
          <a:xfrm>
            <a:off x="3858708" y="3233845"/>
            <a:ext cx="8731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900" dirty="0">
                <a:solidFill>
                  <a:srgbClr val="FF0000"/>
                </a:solidFill>
              </a:rPr>
              <a:t>힘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탄력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</a:p>
          <a:p>
            <a:pPr algn="r"/>
            <a:r>
              <a:rPr lang="ko-KR" altLang="en-US" sz="900" dirty="0" err="1">
                <a:solidFill>
                  <a:srgbClr val="FF0000"/>
                </a:solidFill>
              </a:rPr>
              <a:t>볼륨업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r"/>
            <a:r>
              <a:rPr lang="ko-KR" altLang="en-US" sz="900" dirty="0" err="1">
                <a:solidFill>
                  <a:srgbClr val="FF0000"/>
                </a:solidFill>
              </a:rPr>
              <a:t>극손상모발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0B2A694-4520-33F9-959D-CAEBA224878C}"/>
              </a:ext>
            </a:extLst>
          </p:cNvPr>
          <p:cNvSpPr txBox="1"/>
          <p:nvPr/>
        </p:nvSpPr>
        <p:spPr>
          <a:xfrm>
            <a:off x="5926804" y="3232077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900" dirty="0">
                <a:solidFill>
                  <a:srgbClr val="FF0000"/>
                </a:solidFill>
              </a:rPr>
              <a:t>염색 </a:t>
            </a:r>
            <a:r>
              <a:rPr lang="en-US" altLang="ko-KR" sz="900" dirty="0">
                <a:solidFill>
                  <a:srgbClr val="FF0000"/>
                </a:solidFill>
              </a:rPr>
              <a:t>7</a:t>
            </a:r>
            <a:r>
              <a:rPr lang="ko-KR" altLang="en-US" sz="900" dirty="0">
                <a:solidFill>
                  <a:srgbClr val="FF0000"/>
                </a:solidFill>
              </a:rPr>
              <a:t>일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r"/>
            <a:r>
              <a:rPr lang="ko-KR" altLang="en-US" sz="900" dirty="0" err="1">
                <a:solidFill>
                  <a:srgbClr val="FF0000"/>
                </a:solidFill>
              </a:rPr>
              <a:t>처방제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B6A9CD0-4D85-8692-336E-FA7D2CAEC6FB}"/>
              </a:ext>
            </a:extLst>
          </p:cNvPr>
          <p:cNvSpPr txBox="1"/>
          <p:nvPr/>
        </p:nvSpPr>
        <p:spPr>
          <a:xfrm>
            <a:off x="7376411" y="3287151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900" dirty="0">
                <a:solidFill>
                  <a:srgbClr val="FF0000"/>
                </a:solidFill>
              </a:rPr>
              <a:t>전문 모발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r"/>
            <a:r>
              <a:rPr lang="ko-KR" altLang="en-US" sz="900" dirty="0" err="1">
                <a:solidFill>
                  <a:srgbClr val="FF0000"/>
                </a:solidFill>
              </a:rPr>
              <a:t>클리닉제품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1DA7FD63-F2AA-4589-9548-C8F79840686E}"/>
              </a:ext>
            </a:extLst>
          </p:cNvPr>
          <p:cNvSpPr/>
          <p:nvPr/>
        </p:nvSpPr>
        <p:spPr>
          <a:xfrm>
            <a:off x="57323" y="4990883"/>
            <a:ext cx="8882548" cy="1834510"/>
          </a:xfrm>
          <a:prstGeom prst="rect">
            <a:avLst/>
          </a:prstGeom>
          <a:noFill/>
          <a:ln w="19050">
            <a:solidFill>
              <a:srgbClr val="008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6" name="그림 205" descr="세면용품, 텍스트, 화장품, 병이(가) 표시된 사진&#10;&#10;자동 생성된 설명">
            <a:extLst>
              <a:ext uri="{FF2B5EF4-FFF2-40B4-BE49-F238E27FC236}">
                <a16:creationId xmlns:a16="http://schemas.microsoft.com/office/drawing/2014/main" id="{12B22517-E7B1-02C7-0F26-86AA3404C83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487" y="5505782"/>
            <a:ext cx="257955" cy="906371"/>
          </a:xfrm>
          <a:prstGeom prst="rect">
            <a:avLst/>
          </a:prstGeom>
        </p:spPr>
      </p:pic>
      <p:pic>
        <p:nvPicPr>
          <p:cNvPr id="208" name="図 11">
            <a:extLst>
              <a:ext uri="{FF2B5EF4-FFF2-40B4-BE49-F238E27FC236}">
                <a16:creationId xmlns:a16="http://schemas.microsoft.com/office/drawing/2014/main" id="{1D0CB362-BFF0-5E61-8A67-C2AC6960F11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27" y="5381164"/>
            <a:ext cx="255840" cy="1052626"/>
          </a:xfrm>
          <a:prstGeom prst="rect">
            <a:avLst/>
          </a:prstGeom>
        </p:spPr>
      </p:pic>
      <p:pic>
        <p:nvPicPr>
          <p:cNvPr id="209" name="그림 208">
            <a:extLst>
              <a:ext uri="{FF2B5EF4-FFF2-40B4-BE49-F238E27FC236}">
                <a16:creationId xmlns:a16="http://schemas.microsoft.com/office/drawing/2014/main" id="{34EDAEDA-109C-D0C3-5F66-85495BA656A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37263" y="5496021"/>
            <a:ext cx="241853" cy="898911"/>
          </a:xfrm>
          <a:prstGeom prst="rect">
            <a:avLst/>
          </a:prstGeom>
        </p:spPr>
      </p:pic>
      <p:pic>
        <p:nvPicPr>
          <p:cNvPr id="210" name="Picture 2" descr="C:\Documents and Settings\All Users\Documents\어렌지키프.png">
            <a:extLst>
              <a:ext uri="{FF2B5EF4-FFF2-40B4-BE49-F238E27FC236}">
                <a16:creationId xmlns:a16="http://schemas.microsoft.com/office/drawing/2014/main" id="{E511AEF4-C7AA-669D-BB5B-2840FD96C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930252" y="5378997"/>
            <a:ext cx="222078" cy="992108"/>
          </a:xfrm>
          <a:prstGeom prst="rect">
            <a:avLst/>
          </a:prstGeom>
          <a:noFill/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EF852AA-26D1-F652-37D9-2D5B33819E98}"/>
              </a:ext>
            </a:extLst>
          </p:cNvPr>
          <p:cNvSpPr txBox="1"/>
          <p:nvPr/>
        </p:nvSpPr>
        <p:spPr>
          <a:xfrm>
            <a:off x="405594" y="4698558"/>
            <a:ext cx="19889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(</a:t>
            </a:r>
            <a:r>
              <a:rPr lang="ko-KR" altLang="en-US" sz="1100" b="1" dirty="0" err="1"/>
              <a:t>씻어내지않는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 </a:t>
            </a:r>
            <a:r>
              <a:rPr lang="ko-KR" altLang="en-US" sz="1100" b="1" dirty="0" err="1"/>
              <a:t>트리트먼트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3A2C202-1642-9D9F-8DA8-8D1043488503}"/>
              </a:ext>
            </a:extLst>
          </p:cNvPr>
          <p:cNvSpPr txBox="1"/>
          <p:nvPr/>
        </p:nvSpPr>
        <p:spPr>
          <a:xfrm>
            <a:off x="5145334" y="5293319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찰랑찰랑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 err="1">
                <a:solidFill>
                  <a:srgbClr val="FF0000"/>
                </a:solidFill>
              </a:rPr>
              <a:t>끈적임노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CC12F5B-21B8-3195-7969-75BEC089DF6B}"/>
              </a:ext>
            </a:extLst>
          </p:cNvPr>
          <p:cNvSpPr txBox="1"/>
          <p:nvPr/>
        </p:nvSpPr>
        <p:spPr>
          <a:xfrm>
            <a:off x="6079053" y="5329001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900" dirty="0">
                <a:solidFill>
                  <a:srgbClr val="FF0000"/>
                </a:solidFill>
              </a:rPr>
              <a:t>소프트타입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r"/>
            <a:r>
              <a:rPr lang="ko-KR" altLang="en-US" sz="900" dirty="0">
                <a:solidFill>
                  <a:srgbClr val="FF0000"/>
                </a:solidFill>
              </a:rPr>
              <a:t>스프레이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8C730A7D-CD64-E532-3FC7-1B4C8C57CA0F}"/>
              </a:ext>
            </a:extLst>
          </p:cNvPr>
          <p:cNvSpPr txBox="1"/>
          <p:nvPr/>
        </p:nvSpPr>
        <p:spPr>
          <a:xfrm>
            <a:off x="2520760" y="5334795"/>
            <a:ext cx="75607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FF0000"/>
                </a:solidFill>
              </a:rPr>
              <a:t>열펌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드라이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열 </a:t>
            </a:r>
            <a:r>
              <a:rPr lang="ko-KR" altLang="en-US" sz="900" dirty="0" err="1">
                <a:solidFill>
                  <a:srgbClr val="FF0000"/>
                </a:solidFill>
              </a:rPr>
              <a:t>손상노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BF48E33-2AAA-A760-CA4A-3F35DFB20905}"/>
              </a:ext>
            </a:extLst>
          </p:cNvPr>
          <p:cNvSpPr txBox="1"/>
          <p:nvPr/>
        </p:nvSpPr>
        <p:spPr>
          <a:xfrm>
            <a:off x="962994" y="5327961"/>
            <a:ext cx="75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펌 모발에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단백질보강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3042DDE-0742-2CE2-202F-2DD4D119676D}"/>
              </a:ext>
            </a:extLst>
          </p:cNvPr>
          <p:cNvSpPr/>
          <p:nvPr/>
        </p:nvSpPr>
        <p:spPr>
          <a:xfrm>
            <a:off x="6987027" y="5433742"/>
            <a:ext cx="1968030" cy="129945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3A4F711-79C8-DBED-89CD-D8619963212F}"/>
              </a:ext>
            </a:extLst>
          </p:cNvPr>
          <p:cNvSpPr txBox="1"/>
          <p:nvPr/>
        </p:nvSpPr>
        <p:spPr>
          <a:xfrm>
            <a:off x="6990328" y="5640572"/>
            <a:ext cx="2141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solidFill>
                  <a:schemeClr val="bg1"/>
                </a:solidFill>
                <a:latin typeface="Microsoft JhengHei UI Light" panose="020B0304030504040204" pitchFamily="34" charset="-120"/>
                <a:ea typeface="돋움" panose="020B0600000101010101" pitchFamily="50" charset="-127"/>
              </a:rPr>
              <a:t>꾸오레</a:t>
            </a:r>
            <a:r>
              <a:rPr lang="ko-KR" altLang="en-US" sz="1400" b="1" dirty="0">
                <a:solidFill>
                  <a:schemeClr val="bg1"/>
                </a:solidFill>
                <a:latin typeface="Microsoft JhengHei UI Light" panose="020B0304030504040204" pitchFamily="34" charset="-120"/>
                <a:ea typeface="돋움" panose="020B0600000101010101" pitchFamily="50" charset="-127"/>
              </a:rPr>
              <a:t> 화장품은</a:t>
            </a:r>
            <a:endParaRPr lang="en-US" altLang="ko-KR" sz="1400" b="1" dirty="0">
              <a:solidFill>
                <a:schemeClr val="bg1"/>
              </a:solidFill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ko-KR" altLang="en-US" sz="1400" b="1" dirty="0" err="1">
                <a:solidFill>
                  <a:schemeClr val="bg1"/>
                </a:solidFill>
                <a:latin typeface="Microsoft JhengHei UI Light" panose="020B0304030504040204" pitchFamily="34" charset="-120"/>
                <a:ea typeface="돋움" panose="020B0600000101010101" pitchFamily="50" charset="-127"/>
              </a:rPr>
              <a:t>기노시다제약에서</a:t>
            </a:r>
            <a:r>
              <a:rPr lang="ko-KR" altLang="en-US" sz="1400" b="1" dirty="0">
                <a:solidFill>
                  <a:schemeClr val="bg1"/>
                </a:solidFill>
                <a:latin typeface="Microsoft JhengHei UI Light" panose="020B0304030504040204" pitchFamily="34" charset="-120"/>
                <a:ea typeface="돋움" panose="020B0600000101010101" pitchFamily="50" charset="-127"/>
              </a:rPr>
              <a:t> 제조되는 친환경 미용실 </a:t>
            </a:r>
            <a:endParaRPr lang="en-US" altLang="ko-KR" sz="1400" b="1" dirty="0">
              <a:solidFill>
                <a:schemeClr val="bg1"/>
              </a:solidFill>
              <a:latin typeface="Microsoft JhengHei UI Light" panose="020B0304030504040204" pitchFamily="34" charset="-120"/>
              <a:ea typeface="돋움" panose="020B0600000101010101" pitchFamily="50" charset="-127"/>
            </a:endParaRPr>
          </a:p>
          <a:p>
            <a:r>
              <a:rPr lang="ko-KR" altLang="en-US" sz="1400" b="1" dirty="0" err="1">
                <a:solidFill>
                  <a:schemeClr val="bg1"/>
                </a:solidFill>
                <a:latin typeface="Microsoft JhengHei UI Light" panose="020B0304030504040204" pitchFamily="34" charset="-120"/>
                <a:ea typeface="돋움" panose="020B0600000101010101" pitchFamily="50" charset="-127"/>
              </a:rPr>
              <a:t>전문제품입니다</a:t>
            </a:r>
            <a:endParaRPr lang="ko-KR" altLang="en-US" sz="1400" b="1" dirty="0">
              <a:solidFill>
                <a:schemeClr val="bg1"/>
              </a:solidFill>
              <a:latin typeface="Microsoft JhengHei UI Light" panose="020B0304030504040204" pitchFamily="34" charset="-120"/>
              <a:ea typeface="돋움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03A7675-3421-B818-BA41-8F1E59A116F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0635" y="1147392"/>
            <a:ext cx="277021" cy="78118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E1216A-A647-8CE3-F41F-0E96DE522CF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4934" y="1041412"/>
            <a:ext cx="321819" cy="850522"/>
          </a:xfrm>
          <a:prstGeom prst="rect">
            <a:avLst/>
          </a:prstGeom>
        </p:spPr>
      </p:pic>
      <p:pic>
        <p:nvPicPr>
          <p:cNvPr id="6" name="図 2">
            <a:extLst>
              <a:ext uri="{FF2B5EF4-FFF2-40B4-BE49-F238E27FC236}">
                <a16:creationId xmlns:a16="http://schemas.microsoft.com/office/drawing/2014/main" id="{D904F907-6DF1-5C3F-2100-D3F683121AD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80229" t="35658" r="13845" b="23822"/>
          <a:stretch>
            <a:fillRect/>
          </a:stretch>
        </p:blipFill>
        <p:spPr>
          <a:xfrm>
            <a:off x="2178287" y="5336332"/>
            <a:ext cx="296629" cy="114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2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1064-692B-2451-73FD-EAA20572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D73839-20A5-276D-D325-E66D5C4C7178}"/>
              </a:ext>
            </a:extLst>
          </p:cNvPr>
          <p:cNvSpPr txBox="1"/>
          <p:nvPr/>
        </p:nvSpPr>
        <p:spPr>
          <a:xfrm>
            <a:off x="187574" y="128759"/>
            <a:ext cx="7659908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꾸오레</a:t>
            </a:r>
            <a:r>
              <a:rPr lang="ko-KR" altLang="en-US" sz="1600" b="1" dirty="0"/>
              <a:t> 화장품㈜  기초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화장품 라인 </a:t>
            </a:r>
            <a:r>
              <a:rPr lang="en-US" altLang="ko-KR" sz="1600" b="1" dirty="0"/>
              <a:t>/    </a:t>
            </a:r>
            <a:r>
              <a:rPr lang="ko-KR" altLang="en-US" sz="1600" b="1" dirty="0"/>
              <a:t>제조 </a:t>
            </a:r>
            <a:r>
              <a:rPr lang="en-US" altLang="ko-KR" sz="1600" b="1" dirty="0"/>
              <a:t>: </a:t>
            </a:r>
            <a:r>
              <a:rPr lang="ko-KR" altLang="en-US" sz="1600" b="1" dirty="0" err="1"/>
              <a:t>기노시다제약</a:t>
            </a:r>
            <a:r>
              <a:rPr lang="ko-KR" altLang="en-US" sz="1600" b="1" dirty="0"/>
              <a:t>㈜            </a:t>
            </a:r>
            <a:r>
              <a:rPr lang="en-US" altLang="ko-KR" sz="1200" b="1" dirty="0"/>
              <a:t>SINCE 1965</a:t>
            </a:r>
            <a:endParaRPr lang="ko-KR" altLang="en-US" sz="12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65507F0-6EBE-96F0-8AF2-5DD22235FACA}"/>
              </a:ext>
            </a:extLst>
          </p:cNvPr>
          <p:cNvSpPr/>
          <p:nvPr/>
        </p:nvSpPr>
        <p:spPr>
          <a:xfrm>
            <a:off x="76057" y="4876749"/>
            <a:ext cx="9009562" cy="184288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09C288A-AECD-0A6E-DA1E-5B48038F6D75}"/>
              </a:ext>
            </a:extLst>
          </p:cNvPr>
          <p:cNvSpPr/>
          <p:nvPr/>
        </p:nvSpPr>
        <p:spPr>
          <a:xfrm>
            <a:off x="99477" y="2769705"/>
            <a:ext cx="8979602" cy="201041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D4D57B-2770-4E7C-92E4-8554209BA696}"/>
              </a:ext>
            </a:extLst>
          </p:cNvPr>
          <p:cNvSpPr/>
          <p:nvPr/>
        </p:nvSpPr>
        <p:spPr>
          <a:xfrm>
            <a:off x="99476" y="527741"/>
            <a:ext cx="8986143" cy="216179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22239-6995-5634-289B-4131DCFF9345}"/>
              </a:ext>
            </a:extLst>
          </p:cNvPr>
          <p:cNvSpPr txBox="1"/>
          <p:nvPr/>
        </p:nvSpPr>
        <p:spPr>
          <a:xfrm>
            <a:off x="267953" y="624517"/>
            <a:ext cx="8625769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 </a:t>
            </a:r>
            <a:r>
              <a:rPr lang="ko-KR" altLang="en-US" sz="1200" b="1" dirty="0"/>
              <a:t>클렌징 오일</a:t>
            </a:r>
            <a:r>
              <a:rPr lang="en-US" altLang="ko-KR" sz="1200" b="1" dirty="0"/>
              <a:t>TC     </a:t>
            </a:r>
            <a:r>
              <a:rPr lang="ko-KR" altLang="en-US" sz="1200" b="1" dirty="0" err="1"/>
              <a:t>모이스춰</a:t>
            </a:r>
            <a:r>
              <a:rPr lang="en-US" altLang="ko-KR" sz="1200" b="1" dirty="0"/>
              <a:t> </a:t>
            </a:r>
            <a:r>
              <a:rPr lang="ko-KR" altLang="en-US" sz="1200" b="1" dirty="0" err="1"/>
              <a:t>워쉬</a:t>
            </a:r>
            <a:r>
              <a:rPr lang="ko-KR" altLang="en-US" sz="1200" b="1" dirty="0"/>
              <a:t>         </a:t>
            </a:r>
            <a:r>
              <a:rPr lang="ko-KR" altLang="en-US" sz="1200" b="1" dirty="0" err="1"/>
              <a:t>에센셜</a:t>
            </a:r>
            <a:r>
              <a:rPr lang="ko-KR" altLang="en-US" sz="1200" b="1" dirty="0"/>
              <a:t> 마스크        </a:t>
            </a:r>
            <a:r>
              <a:rPr lang="ko-KR" altLang="en-US" sz="1200" b="1" dirty="0" err="1"/>
              <a:t>리페어큐어</a:t>
            </a:r>
            <a:r>
              <a:rPr lang="ko-KR" altLang="en-US" sz="1200" b="1" dirty="0"/>
              <a:t> 로션         에센스 모이스트</a:t>
            </a:r>
            <a:r>
              <a:rPr lang="en-US" altLang="ko-KR" sz="1200" b="1" dirty="0"/>
              <a:t>TC</a:t>
            </a:r>
            <a:r>
              <a:rPr lang="ko-KR" altLang="en-US" sz="1200" b="1" dirty="0"/>
              <a:t>            애타세럼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D1B932-F1D9-00AC-FF39-379123F4F3F0}"/>
              </a:ext>
            </a:extLst>
          </p:cNvPr>
          <p:cNvSpPr txBox="1"/>
          <p:nvPr/>
        </p:nvSpPr>
        <p:spPr>
          <a:xfrm>
            <a:off x="275600" y="2957980"/>
            <a:ext cx="846339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리페어큐어</a:t>
            </a:r>
            <a:r>
              <a:rPr lang="ko-KR" altLang="en-US" sz="1200" b="1" dirty="0"/>
              <a:t> 밀크</a:t>
            </a:r>
            <a:r>
              <a:rPr lang="en-US" altLang="ko-KR" sz="1200" b="1" dirty="0"/>
              <a:t>   </a:t>
            </a:r>
            <a:r>
              <a:rPr lang="ko-KR" altLang="en-US" sz="1200" b="1" dirty="0" err="1"/>
              <a:t>리페어큐어</a:t>
            </a:r>
            <a:r>
              <a:rPr lang="ko-KR" altLang="en-US" sz="1200" b="1" dirty="0"/>
              <a:t> 크림                           </a:t>
            </a:r>
            <a:r>
              <a:rPr lang="ko-KR" altLang="en-US" sz="1200" b="1" dirty="0" err="1"/>
              <a:t>리페어큐어세럼</a:t>
            </a:r>
            <a:r>
              <a:rPr lang="ko-KR" altLang="en-US" sz="1200" b="1" dirty="0"/>
              <a:t>                                애타크림</a:t>
            </a:r>
            <a:r>
              <a:rPr lang="en-US" altLang="ko-KR" sz="1200" b="1" dirty="0"/>
              <a:t>                                                                    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A8ACB-8422-0406-3385-03C2718CE662}"/>
              </a:ext>
            </a:extLst>
          </p:cNvPr>
          <p:cNvSpPr txBox="1"/>
          <p:nvPr/>
        </p:nvSpPr>
        <p:spPr>
          <a:xfrm>
            <a:off x="281379" y="4965198"/>
            <a:ext cx="767720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 </a:t>
            </a:r>
            <a:r>
              <a:rPr lang="ko-KR" altLang="en-US" sz="1200" b="1" dirty="0" err="1"/>
              <a:t>화이트닝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UV</a:t>
            </a:r>
            <a:r>
              <a:rPr lang="ko-KR" altLang="en-US" sz="1200" b="1" dirty="0"/>
              <a:t>베일</a:t>
            </a:r>
            <a:r>
              <a:rPr lang="en-US" altLang="ko-KR" sz="1200" b="1" dirty="0"/>
              <a:t>   </a:t>
            </a:r>
            <a:r>
              <a:rPr lang="ko-KR" altLang="en-US" sz="1200" b="1" dirty="0" err="1"/>
              <a:t>스파쿨링</a:t>
            </a:r>
            <a:r>
              <a:rPr lang="ko-KR" altLang="en-US" sz="1200" b="1" dirty="0"/>
              <a:t> 아쿠아 </a:t>
            </a:r>
            <a:r>
              <a:rPr lang="ko-KR" altLang="en-US" sz="1200" b="1" dirty="0" err="1"/>
              <a:t>미스트</a:t>
            </a:r>
            <a:r>
              <a:rPr lang="ko-KR" altLang="en-US" sz="1200" b="1" dirty="0"/>
              <a:t>                   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8914D-3738-DF44-F436-2ED4513A4803}"/>
              </a:ext>
            </a:extLst>
          </p:cNvPr>
          <p:cNvSpPr txBox="1"/>
          <p:nvPr/>
        </p:nvSpPr>
        <p:spPr>
          <a:xfrm>
            <a:off x="524632" y="2407850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(\45,000)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0FEBD5-D0BB-8F11-BC52-E10E90B7ECAD}"/>
              </a:ext>
            </a:extLst>
          </p:cNvPr>
          <p:cNvSpPr txBox="1"/>
          <p:nvPr/>
        </p:nvSpPr>
        <p:spPr>
          <a:xfrm>
            <a:off x="1780085" y="2396055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(\43,000)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24B1FF-7B75-8490-2FC5-B43E47CDC11E}"/>
              </a:ext>
            </a:extLst>
          </p:cNvPr>
          <p:cNvSpPr txBox="1"/>
          <p:nvPr/>
        </p:nvSpPr>
        <p:spPr>
          <a:xfrm>
            <a:off x="3268147" y="2394322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(\58,000)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6E6B7-2086-C1D3-588C-2AD74C131A12}"/>
              </a:ext>
            </a:extLst>
          </p:cNvPr>
          <p:cNvSpPr txBox="1"/>
          <p:nvPr/>
        </p:nvSpPr>
        <p:spPr>
          <a:xfrm>
            <a:off x="4905465" y="2407607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(\58,000)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4E647-5A82-34E2-7523-EEC2F81ED27E}"/>
              </a:ext>
            </a:extLst>
          </p:cNvPr>
          <p:cNvSpPr txBox="1"/>
          <p:nvPr/>
        </p:nvSpPr>
        <p:spPr>
          <a:xfrm>
            <a:off x="6388049" y="2420315"/>
            <a:ext cx="14530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(\58,000)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CE83B2-779B-C622-B942-9E0EEC6EAAD6}"/>
              </a:ext>
            </a:extLst>
          </p:cNvPr>
          <p:cNvSpPr txBox="1"/>
          <p:nvPr/>
        </p:nvSpPr>
        <p:spPr>
          <a:xfrm>
            <a:off x="7624492" y="2392736"/>
            <a:ext cx="1601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(\170,000)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80943C-B0FD-E10D-8174-32595C6E7B26}"/>
              </a:ext>
            </a:extLst>
          </p:cNvPr>
          <p:cNvSpPr txBox="1"/>
          <p:nvPr/>
        </p:nvSpPr>
        <p:spPr>
          <a:xfrm>
            <a:off x="127919" y="2191076"/>
            <a:ext cx="8435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 200ml                    100g        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en-US" altLang="ko-KR" sz="1000" dirty="0"/>
              <a:t>                    </a:t>
            </a:r>
            <a:r>
              <a:rPr lang="ko-KR" altLang="en-US" sz="1000" dirty="0"/>
              <a:t>                            </a:t>
            </a:r>
            <a:r>
              <a:rPr lang="en-US" altLang="ko-KR" sz="1000" dirty="0"/>
              <a:t>200ml                           30ml                          </a:t>
            </a:r>
            <a:r>
              <a:rPr lang="en-US" altLang="ko-KR" sz="1000" dirty="0" err="1"/>
              <a:t>30ml</a:t>
            </a:r>
            <a:endParaRPr lang="ko-KR" altLang="en-US" sz="10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61CA390-4DE4-7F1B-9742-DD6574A3F5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09882" y="1399715"/>
            <a:ext cx="325062" cy="82912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31E26B8-804B-EDA2-E7FD-6DD7C96486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2326" y="1090971"/>
            <a:ext cx="425811" cy="1219598"/>
          </a:xfrm>
          <a:prstGeom prst="rect">
            <a:avLst/>
          </a:prstGeom>
        </p:spPr>
      </p:pic>
      <p:sp>
        <p:nvSpPr>
          <p:cNvPr id="26" name="말풍선: 타원형 25">
            <a:extLst>
              <a:ext uri="{FF2B5EF4-FFF2-40B4-BE49-F238E27FC236}">
                <a16:creationId xmlns:a16="http://schemas.microsoft.com/office/drawing/2014/main" id="{8D23CC19-3DA8-7355-8643-479406E3A696}"/>
              </a:ext>
            </a:extLst>
          </p:cNvPr>
          <p:cNvSpPr/>
          <p:nvPr/>
        </p:nvSpPr>
        <p:spPr>
          <a:xfrm rot="18225897">
            <a:off x="174381" y="1097098"/>
            <a:ext cx="514115" cy="519630"/>
          </a:xfrm>
          <a:prstGeom prst="wedgeEllipseCallou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9FC11-5F9C-6EE9-490C-BF246D405857}"/>
              </a:ext>
            </a:extLst>
          </p:cNvPr>
          <p:cNvSpPr txBox="1"/>
          <p:nvPr/>
        </p:nvSpPr>
        <p:spPr>
          <a:xfrm>
            <a:off x="187574" y="1187296"/>
            <a:ext cx="65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0" b="1" dirty="0"/>
              <a:t> </a:t>
            </a:r>
            <a:r>
              <a:rPr lang="ko-KR" altLang="en-US" sz="900" b="1" dirty="0"/>
              <a:t>유성</a:t>
            </a:r>
            <a:endParaRPr lang="en-US" altLang="ko-KR" sz="900" b="1" dirty="0"/>
          </a:p>
          <a:p>
            <a:r>
              <a:rPr lang="ko-KR" altLang="en-US" sz="900" b="1" dirty="0" err="1"/>
              <a:t>세안제</a:t>
            </a:r>
            <a:endParaRPr lang="ko-KR" altLang="en-US" sz="900" b="1" dirty="0"/>
          </a:p>
        </p:txBody>
      </p:sp>
      <p:sp>
        <p:nvSpPr>
          <p:cNvPr id="28" name="말풍선: 타원형 27">
            <a:extLst>
              <a:ext uri="{FF2B5EF4-FFF2-40B4-BE49-F238E27FC236}">
                <a16:creationId xmlns:a16="http://schemas.microsoft.com/office/drawing/2014/main" id="{5A88F6CF-FFAC-5159-EB6F-95EEEF666930}"/>
              </a:ext>
            </a:extLst>
          </p:cNvPr>
          <p:cNvSpPr/>
          <p:nvPr/>
        </p:nvSpPr>
        <p:spPr>
          <a:xfrm rot="18225897">
            <a:off x="1318267" y="1116696"/>
            <a:ext cx="481948" cy="603313"/>
          </a:xfrm>
          <a:prstGeom prst="wedgeEllipseCallou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B905A3-A9FB-E1AD-85C2-B8706AB273DA}"/>
              </a:ext>
            </a:extLst>
          </p:cNvPr>
          <p:cNvSpPr txBox="1"/>
          <p:nvPr/>
        </p:nvSpPr>
        <p:spPr>
          <a:xfrm>
            <a:off x="1251164" y="1211167"/>
            <a:ext cx="58313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 </a:t>
            </a:r>
            <a:r>
              <a:rPr lang="ko-KR" altLang="en-US" sz="900" b="1" dirty="0"/>
              <a:t>수성</a:t>
            </a:r>
            <a:endParaRPr lang="en-US" altLang="ko-KR" sz="900" b="1" dirty="0"/>
          </a:p>
          <a:p>
            <a:r>
              <a:rPr lang="ko-KR" altLang="en-US" sz="900" b="1" dirty="0" err="1"/>
              <a:t>세안제</a:t>
            </a:r>
            <a:endParaRPr lang="ko-KR" altLang="en-US" sz="900" b="1" dirty="0"/>
          </a:p>
        </p:txBody>
      </p:sp>
      <p:pic>
        <p:nvPicPr>
          <p:cNvPr id="32" name="그림 31" descr="텍스트, 스크린샷, 폰트, 평행이(가) 표시된 사진">
            <a:extLst>
              <a:ext uri="{FF2B5EF4-FFF2-40B4-BE49-F238E27FC236}">
                <a16:creationId xmlns:a16="http://schemas.microsoft.com/office/drawing/2014/main" id="{DA5A2FE7-7460-AEF8-63B9-4E0292D27C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5" t="17697" r="60237" b="72278"/>
          <a:stretch>
            <a:fillRect/>
          </a:stretch>
        </p:blipFill>
        <p:spPr>
          <a:xfrm>
            <a:off x="3457471" y="1419364"/>
            <a:ext cx="508271" cy="828297"/>
          </a:xfrm>
          <a:prstGeom prst="rect">
            <a:avLst/>
          </a:prstGeom>
        </p:spPr>
      </p:pic>
      <p:pic>
        <p:nvPicPr>
          <p:cNvPr id="33" name="図 30">
            <a:extLst>
              <a:ext uri="{FF2B5EF4-FFF2-40B4-BE49-F238E27FC236}">
                <a16:creationId xmlns:a16="http://schemas.microsoft.com/office/drawing/2014/main" id="{E52339BB-8108-0242-546B-4927CFCC4A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02005" y="1331166"/>
            <a:ext cx="325060" cy="995235"/>
          </a:xfrm>
          <a:prstGeom prst="rect">
            <a:avLst/>
          </a:prstGeom>
        </p:spPr>
      </p:pic>
      <p:sp>
        <p:nvSpPr>
          <p:cNvPr id="34" name="object 11">
            <a:extLst>
              <a:ext uri="{FF2B5EF4-FFF2-40B4-BE49-F238E27FC236}">
                <a16:creationId xmlns:a16="http://schemas.microsoft.com/office/drawing/2014/main" id="{ADF356D5-E59E-CB10-8B5A-E527F2F6F328}"/>
              </a:ext>
            </a:extLst>
          </p:cNvPr>
          <p:cNvSpPr/>
          <p:nvPr/>
        </p:nvSpPr>
        <p:spPr>
          <a:xfrm>
            <a:off x="6597723" y="1450330"/>
            <a:ext cx="253222" cy="7676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B0D786C-76AA-9D56-3707-58CB7AEF3E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104" y="1496474"/>
            <a:ext cx="296741" cy="920942"/>
          </a:xfrm>
          <a:prstGeom prst="rect">
            <a:avLst/>
          </a:prstGeom>
        </p:spPr>
      </p:pic>
      <p:sp>
        <p:nvSpPr>
          <p:cNvPr id="36" name="말풍선: 타원형 35">
            <a:extLst>
              <a:ext uri="{FF2B5EF4-FFF2-40B4-BE49-F238E27FC236}">
                <a16:creationId xmlns:a16="http://schemas.microsoft.com/office/drawing/2014/main" id="{28B71DD2-F836-B173-95F4-70A1983061EB}"/>
              </a:ext>
            </a:extLst>
          </p:cNvPr>
          <p:cNvSpPr/>
          <p:nvPr/>
        </p:nvSpPr>
        <p:spPr>
          <a:xfrm rot="2277319">
            <a:off x="7004389" y="1177644"/>
            <a:ext cx="601084" cy="397748"/>
          </a:xfrm>
          <a:prstGeom prst="wedgeEllipseCallout">
            <a:avLst>
              <a:gd name="adj1" fmla="val -23042"/>
              <a:gd name="adj2" fmla="val 975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5B997-FBF8-AC0E-EE38-92278678C5C7}"/>
              </a:ext>
            </a:extLst>
          </p:cNvPr>
          <p:cNvSpPr txBox="1"/>
          <p:nvPr/>
        </p:nvSpPr>
        <p:spPr>
          <a:xfrm>
            <a:off x="7022731" y="1202182"/>
            <a:ext cx="698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 </a:t>
            </a:r>
            <a:r>
              <a:rPr lang="ko-KR" altLang="en-US" sz="900" b="1" dirty="0" err="1"/>
              <a:t>젤타입</a:t>
            </a:r>
            <a:endParaRPr lang="en-US" altLang="ko-KR" sz="900" b="1" dirty="0"/>
          </a:p>
          <a:p>
            <a:r>
              <a:rPr lang="ko-KR" altLang="en-US" sz="900" b="1" dirty="0"/>
              <a:t>에센스</a:t>
            </a:r>
            <a:endParaRPr lang="en-US" altLang="ko-KR" sz="900" b="1" dirty="0"/>
          </a:p>
        </p:txBody>
      </p:sp>
      <p:sp>
        <p:nvSpPr>
          <p:cNvPr id="38" name="말풍선: 타원형 37">
            <a:extLst>
              <a:ext uri="{FF2B5EF4-FFF2-40B4-BE49-F238E27FC236}">
                <a16:creationId xmlns:a16="http://schemas.microsoft.com/office/drawing/2014/main" id="{C4976684-5F69-C74A-11D4-57D73FB9CAC2}"/>
              </a:ext>
            </a:extLst>
          </p:cNvPr>
          <p:cNvSpPr/>
          <p:nvPr/>
        </p:nvSpPr>
        <p:spPr>
          <a:xfrm rot="2277319">
            <a:off x="8177876" y="1139109"/>
            <a:ext cx="648401" cy="478540"/>
          </a:xfrm>
          <a:prstGeom prst="wedgeEllipseCallou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8280D2-84A6-C426-58E0-2499620F0AB7}"/>
              </a:ext>
            </a:extLst>
          </p:cNvPr>
          <p:cNvSpPr txBox="1"/>
          <p:nvPr/>
        </p:nvSpPr>
        <p:spPr>
          <a:xfrm>
            <a:off x="8124517" y="1199725"/>
            <a:ext cx="95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0" b="1" dirty="0"/>
              <a:t> </a:t>
            </a:r>
            <a:r>
              <a:rPr lang="ko-KR" altLang="en-US" sz="900" b="1" dirty="0"/>
              <a:t>건조</a:t>
            </a:r>
            <a:r>
              <a:rPr lang="en-US" altLang="ko-KR" sz="900" b="1" dirty="0"/>
              <a:t>.</a:t>
            </a:r>
            <a:r>
              <a:rPr lang="ko-KR" altLang="en-US" sz="900" b="1" dirty="0"/>
              <a:t>주름</a:t>
            </a:r>
            <a:endParaRPr lang="en-US" altLang="ko-KR" sz="900" b="1" dirty="0"/>
          </a:p>
          <a:p>
            <a:r>
              <a:rPr lang="ko-KR" altLang="en-US" sz="900" b="1" dirty="0"/>
              <a:t>   에센스</a:t>
            </a:r>
            <a:endParaRPr lang="en-US" altLang="ko-KR" sz="900" b="1" dirty="0"/>
          </a:p>
        </p:txBody>
      </p:sp>
      <p:pic>
        <p:nvPicPr>
          <p:cNvPr id="40" name="図 32">
            <a:extLst>
              <a:ext uri="{FF2B5EF4-FFF2-40B4-BE49-F238E27FC236}">
                <a16:creationId xmlns:a16="http://schemas.microsoft.com/office/drawing/2014/main" id="{6CD83A6D-BE1E-9FE3-79EC-9596FDD869D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69081">
            <a:off x="5416686" y="3543343"/>
            <a:ext cx="383300" cy="910587"/>
          </a:xfrm>
          <a:prstGeom prst="rect">
            <a:avLst/>
          </a:prstGeom>
        </p:spPr>
      </p:pic>
      <p:pic>
        <p:nvPicPr>
          <p:cNvPr id="42" name="図 29">
            <a:extLst>
              <a:ext uri="{FF2B5EF4-FFF2-40B4-BE49-F238E27FC236}">
                <a16:creationId xmlns:a16="http://schemas.microsoft.com/office/drawing/2014/main" id="{7550BBC2-8693-B0A1-16F5-3F8EA1608C9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15" y="3365129"/>
            <a:ext cx="259001" cy="914121"/>
          </a:xfrm>
          <a:prstGeom prst="rect">
            <a:avLst/>
          </a:prstGeom>
        </p:spPr>
      </p:pic>
      <p:pic>
        <p:nvPicPr>
          <p:cNvPr id="43" name="図 31">
            <a:extLst>
              <a:ext uri="{FF2B5EF4-FFF2-40B4-BE49-F238E27FC236}">
                <a16:creationId xmlns:a16="http://schemas.microsoft.com/office/drawing/2014/main" id="{FFBD3AE1-1018-14AB-C7C2-BF98119F13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789" y="3836197"/>
            <a:ext cx="703367" cy="411704"/>
          </a:xfrm>
          <a:prstGeom prst="rect">
            <a:avLst/>
          </a:prstGeom>
        </p:spPr>
      </p:pic>
      <p:pic>
        <p:nvPicPr>
          <p:cNvPr id="44" name="_x281255928">
            <a:extLst>
              <a:ext uri="{FF2B5EF4-FFF2-40B4-BE49-F238E27FC236}">
                <a16:creationId xmlns:a16="http://schemas.microsoft.com/office/drawing/2014/main" id="{C390929D-C8C7-CCC4-8A29-8622E2EA9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274" y="3572831"/>
            <a:ext cx="809372" cy="75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D3E4092-0E22-5254-5486-A45CFAAE54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509948">
            <a:off x="794308" y="5597699"/>
            <a:ext cx="367564" cy="797882"/>
          </a:xfrm>
          <a:prstGeom prst="rect">
            <a:avLst/>
          </a:prstGeom>
        </p:spPr>
      </p:pic>
      <p:pic>
        <p:nvPicPr>
          <p:cNvPr id="48" name="図 6">
            <a:extLst>
              <a:ext uri="{FF2B5EF4-FFF2-40B4-BE49-F238E27FC236}">
                <a16:creationId xmlns:a16="http://schemas.microsoft.com/office/drawing/2014/main" id="{0295A966-B306-F8F5-F9B4-ECB76B6EA1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3457" y="5619092"/>
            <a:ext cx="260408" cy="82919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EF11C89-F507-37DE-42AD-237421450B1C}"/>
              </a:ext>
            </a:extLst>
          </p:cNvPr>
          <p:cNvSpPr txBox="1"/>
          <p:nvPr/>
        </p:nvSpPr>
        <p:spPr>
          <a:xfrm>
            <a:off x="564621" y="5226437"/>
            <a:ext cx="10228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(</a:t>
            </a:r>
            <a:r>
              <a:rPr lang="ko-KR" altLang="en-US" sz="1000" b="1" dirty="0" err="1"/>
              <a:t>썬크림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3ED578-5C79-EBD5-BE5C-88F928936EC2}"/>
              </a:ext>
            </a:extLst>
          </p:cNvPr>
          <p:cNvSpPr txBox="1"/>
          <p:nvPr/>
        </p:nvSpPr>
        <p:spPr>
          <a:xfrm>
            <a:off x="150815" y="5486582"/>
            <a:ext cx="11058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FF0000"/>
                </a:solidFill>
              </a:rPr>
              <a:t>SPF30/PA+++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15C695-A98E-976B-F2F6-3EEFAB58123E}"/>
              </a:ext>
            </a:extLst>
          </p:cNvPr>
          <p:cNvSpPr txBox="1"/>
          <p:nvPr/>
        </p:nvSpPr>
        <p:spPr>
          <a:xfrm>
            <a:off x="1597880" y="5263331"/>
            <a:ext cx="20649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</a:t>
            </a:r>
            <a:r>
              <a:rPr lang="ko-KR" altLang="en-US" sz="900" b="1" dirty="0">
                <a:solidFill>
                  <a:srgbClr val="FF0000"/>
                </a:solidFill>
              </a:rPr>
              <a:t>수도물의 염소를 </a:t>
            </a:r>
            <a:r>
              <a:rPr lang="en-US" altLang="ko-KR" sz="900" b="1" dirty="0">
                <a:solidFill>
                  <a:srgbClr val="FF0000"/>
                </a:solidFill>
              </a:rPr>
              <a:t>2</a:t>
            </a:r>
            <a:r>
              <a:rPr lang="ko-KR" altLang="en-US" sz="900" b="1" dirty="0" err="1">
                <a:solidFill>
                  <a:srgbClr val="FF0000"/>
                </a:solidFill>
              </a:rPr>
              <a:t>초만에</a:t>
            </a:r>
            <a:r>
              <a:rPr lang="ko-KR" altLang="en-US" sz="900" b="1" dirty="0">
                <a:solidFill>
                  <a:srgbClr val="FF0000"/>
                </a:solidFill>
              </a:rPr>
              <a:t> 완벽 제거</a:t>
            </a:r>
            <a:r>
              <a:rPr lang="en-US" altLang="ko-KR" sz="900" b="1" dirty="0">
                <a:solidFill>
                  <a:srgbClr val="FF0000"/>
                </a:solidFill>
              </a:rPr>
              <a:t>)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61" name="말풍선: 타원형 60">
            <a:extLst>
              <a:ext uri="{FF2B5EF4-FFF2-40B4-BE49-F238E27FC236}">
                <a16:creationId xmlns:a16="http://schemas.microsoft.com/office/drawing/2014/main" id="{856FFBCF-9C2E-E23C-0F50-B4519B1355E4}"/>
              </a:ext>
            </a:extLst>
          </p:cNvPr>
          <p:cNvSpPr/>
          <p:nvPr/>
        </p:nvSpPr>
        <p:spPr>
          <a:xfrm rot="17267800">
            <a:off x="6470690" y="3155048"/>
            <a:ext cx="571637" cy="839924"/>
          </a:xfrm>
          <a:prstGeom prst="wedgeEllipseCallou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992DFB-8E5B-8ECE-67B1-73668FD43C77}"/>
              </a:ext>
            </a:extLst>
          </p:cNvPr>
          <p:cNvSpPr txBox="1"/>
          <p:nvPr/>
        </p:nvSpPr>
        <p:spPr>
          <a:xfrm>
            <a:off x="6037499" y="3347416"/>
            <a:ext cx="1444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C00000"/>
                </a:solidFill>
              </a:rPr>
              <a:t>40</a:t>
            </a:r>
            <a:r>
              <a:rPr lang="ko-KR" altLang="en-US" sz="900" b="1" dirty="0">
                <a:solidFill>
                  <a:srgbClr val="C00000"/>
                </a:solidFill>
              </a:rPr>
              <a:t>종의 </a:t>
            </a:r>
            <a:endParaRPr lang="en-US" altLang="ko-KR" sz="9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900" b="1" dirty="0">
                <a:solidFill>
                  <a:srgbClr val="C00000"/>
                </a:solidFill>
              </a:rPr>
              <a:t>보습성분</a:t>
            </a:r>
            <a:r>
              <a:rPr lang="en-US" altLang="ko-KR" sz="900" b="1" dirty="0">
                <a:solidFill>
                  <a:srgbClr val="C00000"/>
                </a:solidFill>
              </a:rPr>
              <a:t> </a:t>
            </a:r>
            <a:r>
              <a:rPr lang="ko-KR" altLang="en-US" sz="900" b="1" dirty="0">
                <a:solidFill>
                  <a:srgbClr val="C00000"/>
                </a:solidFill>
              </a:rPr>
              <a:t>배합</a:t>
            </a:r>
            <a:endParaRPr lang="en-US" altLang="ko-KR" sz="9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배합</a:t>
            </a:r>
            <a:endParaRPr lang="en-US" altLang="ko-KR" sz="9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40EA1E-1240-BB41-2691-61BE2D560588}"/>
              </a:ext>
            </a:extLst>
          </p:cNvPr>
          <p:cNvSpPr txBox="1"/>
          <p:nvPr/>
        </p:nvSpPr>
        <p:spPr>
          <a:xfrm>
            <a:off x="5136252" y="3210751"/>
            <a:ext cx="9012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/>
              <a:t>(</a:t>
            </a:r>
            <a:r>
              <a:rPr lang="ko-KR" altLang="en-US" sz="1050" b="1" dirty="0"/>
              <a:t>아이크림</a:t>
            </a:r>
            <a:r>
              <a:rPr lang="en-US" altLang="ko-KR" sz="1050" b="1" dirty="0"/>
              <a:t>)</a:t>
            </a:r>
            <a:endParaRPr lang="ko-KR" altLang="en-US" sz="105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636C09-A14B-619E-DF9D-701F8044DC01}"/>
              </a:ext>
            </a:extLst>
          </p:cNvPr>
          <p:cNvSpPr txBox="1"/>
          <p:nvPr/>
        </p:nvSpPr>
        <p:spPr>
          <a:xfrm>
            <a:off x="8200632" y="3542003"/>
            <a:ext cx="593148" cy="73866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z="1050" b="1" dirty="0"/>
              <a:t>주름</a:t>
            </a:r>
            <a:endParaRPr lang="en-US" altLang="ko-KR" sz="1050" b="1" dirty="0"/>
          </a:p>
          <a:p>
            <a:r>
              <a:rPr lang="ko-KR" altLang="en-US" sz="1050" b="1" dirty="0"/>
              <a:t>늘어짐</a:t>
            </a:r>
            <a:endParaRPr lang="en-US" altLang="ko-KR" sz="1050" b="1" dirty="0"/>
          </a:p>
          <a:p>
            <a:r>
              <a:rPr lang="ko-KR" altLang="en-US" sz="1050" b="1" dirty="0" err="1"/>
              <a:t>악건성</a:t>
            </a:r>
            <a:endParaRPr lang="en-US" altLang="ko-KR" sz="1050" b="1" dirty="0"/>
          </a:p>
          <a:p>
            <a:r>
              <a:rPr lang="ko-KR" altLang="en-US" sz="1050" b="1" dirty="0"/>
              <a:t>기미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BF727-8BF3-FB0F-E5DE-F2F71F37EB90}"/>
              </a:ext>
            </a:extLst>
          </p:cNvPr>
          <p:cNvSpPr txBox="1"/>
          <p:nvPr/>
        </p:nvSpPr>
        <p:spPr>
          <a:xfrm>
            <a:off x="241169" y="4503586"/>
            <a:ext cx="9261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(\55,000)</a:t>
            </a:r>
            <a:r>
              <a:rPr lang="en-US" altLang="ko-KR" sz="1000" dirty="0">
                <a:solidFill>
                  <a:srgbClr val="00B050"/>
                </a:solidFill>
              </a:rPr>
              <a:t>           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(\68,000)</a:t>
            </a:r>
            <a:r>
              <a:rPr lang="en-US" altLang="ko-KR" sz="1000" dirty="0">
                <a:solidFill>
                  <a:srgbClr val="00B050"/>
                </a:solidFill>
              </a:rPr>
              <a:t>                                                    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(\65,000)</a:t>
            </a:r>
            <a:r>
              <a:rPr lang="en-US" altLang="ko-KR" sz="1000" dirty="0">
                <a:solidFill>
                  <a:srgbClr val="00B050"/>
                </a:solidFill>
              </a:rPr>
              <a:t>                                  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(\580,000)</a:t>
            </a:r>
            <a:r>
              <a:rPr lang="en-US" altLang="ko-KR" sz="825" dirty="0">
                <a:solidFill>
                  <a:srgbClr val="00B050"/>
                </a:solidFill>
              </a:rPr>
              <a:t> </a:t>
            </a:r>
            <a:endParaRPr lang="ko-KR" altLang="en-US" sz="825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46D2B-789D-75E0-FA0E-69DC2FCE42C6}"/>
              </a:ext>
            </a:extLst>
          </p:cNvPr>
          <p:cNvSpPr txBox="1"/>
          <p:nvPr/>
        </p:nvSpPr>
        <p:spPr>
          <a:xfrm>
            <a:off x="351176" y="6477236"/>
            <a:ext cx="6671555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(\39,000)</a:t>
            </a:r>
            <a:r>
              <a:rPr lang="en-US" altLang="ko-KR" sz="825" dirty="0">
                <a:solidFill>
                  <a:srgbClr val="00B050"/>
                </a:solidFill>
              </a:rPr>
              <a:t>                                </a:t>
            </a:r>
            <a:r>
              <a:rPr lang="en-US" altLang="ko-KR" sz="82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(\28,000)</a:t>
            </a:r>
            <a:r>
              <a:rPr lang="en-US" altLang="ko-KR" sz="825" dirty="0">
                <a:solidFill>
                  <a:srgbClr val="00B050"/>
                </a:solidFill>
              </a:rPr>
              <a:t>                                                              </a:t>
            </a:r>
            <a:endParaRPr lang="ko-KR" altLang="en-US" sz="825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B28D7-8646-9900-D414-D6A5551F03D1}"/>
              </a:ext>
            </a:extLst>
          </p:cNvPr>
          <p:cNvSpPr txBox="1"/>
          <p:nvPr/>
        </p:nvSpPr>
        <p:spPr>
          <a:xfrm>
            <a:off x="96201" y="4237646"/>
            <a:ext cx="8435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   60ml                 30g        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en-US" altLang="ko-KR" sz="1000" dirty="0"/>
              <a:t>                             </a:t>
            </a:r>
            <a:r>
              <a:rPr lang="ko-KR" altLang="en-US" sz="1000" dirty="0"/>
              <a:t>                               </a:t>
            </a:r>
            <a:r>
              <a:rPr lang="en-US" altLang="ko-KR" sz="1000" dirty="0"/>
              <a:t>20g                                            45g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B29C5-69F8-F6D2-6513-BF9B9203FDB6}"/>
              </a:ext>
            </a:extLst>
          </p:cNvPr>
          <p:cNvSpPr txBox="1"/>
          <p:nvPr/>
        </p:nvSpPr>
        <p:spPr>
          <a:xfrm>
            <a:off x="-1" y="6154246"/>
            <a:ext cx="6718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    </a:t>
            </a:r>
            <a:r>
              <a:rPr lang="en-US" altLang="ko-KR" sz="825" dirty="0"/>
              <a:t>60g                                        85g        </a:t>
            </a:r>
            <a:r>
              <a:rPr lang="ko-KR" altLang="en-US" sz="825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en-US" altLang="ko-KR" sz="825" dirty="0"/>
              <a:t>                       </a:t>
            </a:r>
            <a:r>
              <a:rPr lang="ko-KR" altLang="en-US" sz="825" dirty="0"/>
              <a:t>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DED70-9C1B-DEF2-60EA-EFC521668A04}"/>
              </a:ext>
            </a:extLst>
          </p:cNvPr>
          <p:cNvSpPr txBox="1"/>
          <p:nvPr/>
        </p:nvSpPr>
        <p:spPr>
          <a:xfrm>
            <a:off x="5525725" y="5312885"/>
            <a:ext cx="2100980" cy="11310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3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꾸오레</a:t>
            </a:r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는</a:t>
            </a:r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3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기노시다제약</a:t>
            </a:r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에서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두피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헤어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기초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ko-KR" altLang="en-US" sz="13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제조</a:t>
            </a:r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되는</a:t>
            </a:r>
            <a:endParaRPr lang="en-US" altLang="ko-KR"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화장품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으로</a:t>
            </a:r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1965</a:t>
            </a:r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년 창립된  미용실 </a:t>
            </a:r>
            <a:r>
              <a:rPr lang="ko-KR" altLang="en-US" sz="13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전문제품</a:t>
            </a:r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입니다</a:t>
            </a:r>
            <a:r>
              <a:rPr lang="ko-KR" alt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ko-KR"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ko-KR" altLang="en-US" sz="1350" b="1" dirty="0">
                <a:solidFill>
                  <a:srgbClr val="FF0000"/>
                </a:solidFill>
              </a:rPr>
              <a:t>인터넷 판매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를</a:t>
            </a:r>
            <a:r>
              <a:rPr lang="ko-KR" altLang="en-US" sz="1350" b="1" dirty="0">
                <a:solidFill>
                  <a:srgbClr val="FF0000"/>
                </a:solidFill>
              </a:rPr>
              <a:t> </a:t>
            </a:r>
            <a:r>
              <a:rPr lang="ko-KR" altLang="en-US" sz="900" dirty="0"/>
              <a:t>하지 않습니다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1737F3-D0AF-E328-01F8-722C04B0E140}"/>
              </a:ext>
            </a:extLst>
          </p:cNvPr>
          <p:cNvSpPr txBox="1"/>
          <p:nvPr/>
        </p:nvSpPr>
        <p:spPr>
          <a:xfrm>
            <a:off x="3304102" y="1291892"/>
            <a:ext cx="1379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6</a:t>
            </a:r>
            <a:r>
              <a:rPr lang="ko-KR" altLang="en-US" sz="1000" dirty="0"/>
              <a:t>장 내장</a:t>
            </a:r>
          </a:p>
        </p:txBody>
      </p:sp>
    </p:spTree>
    <p:extLst>
      <p:ext uri="{BB962C8B-B14F-4D97-AF65-F5344CB8AC3E}">
        <p14:creationId xmlns:p14="http://schemas.microsoft.com/office/powerpoint/2010/main" val="75362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32286</TotalTime>
  <Words>387</Words>
  <Application>Microsoft Office PowerPoint</Application>
  <PresentationFormat>On-screen Show (4:3)</PresentationFormat>
  <Paragraphs>117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맑은 고딕</vt:lpstr>
      <vt:lpstr>Microsoft JhengHei UI Light</vt:lpstr>
      <vt:lpstr>Arial</vt:lpstr>
      <vt:lpstr>Office 테마</vt:lpstr>
      <vt:lpstr>PowerPoint Presentation</vt:lpstr>
      <vt:lpstr>PowerPoint Presentation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.</dc:creator>
  <cp:lastModifiedBy>Aaron Lu</cp:lastModifiedBy>
  <cp:revision>1164</cp:revision>
  <cp:lastPrinted>2025-08-13T05:53:38Z</cp:lastPrinted>
  <dcterms:created xsi:type="dcterms:W3CDTF">2014-04-30T06:10:28Z</dcterms:created>
  <dcterms:modified xsi:type="dcterms:W3CDTF">2025-10-01T07:11:32Z</dcterms:modified>
</cp:coreProperties>
</file>